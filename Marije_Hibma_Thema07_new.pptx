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43891200" cy="32918400"/>
  <p:notesSz cx="6858000" cy="9144000"/>
  <p:embeddedFontLst>
    <p:embeddedFont>
      <p:font typeface="Merriweather" panose="00000500000000000000" pitchFamily="2" charset="0"/>
      <p:regular r:id="rId4"/>
      <p:bold r:id="rId5"/>
      <p:italic r:id="rId6"/>
      <p:boldItalic r:id="rId7"/>
    </p:embeddedFont>
    <p:embeddedFont>
      <p:font typeface="Oswald" panose="00000500000000000000" pitchFamily="2" charset="0"/>
      <p:regular r:id="rId8"/>
      <p:bold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387749-DDE6-46E9-926E-D4ABB762FD6C}">
  <a:tblStyle styleId="{9E387749-DDE6-46E9-926E-D4ABB762FD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4" y="-5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free-power-point-templates.com/presentation-poster-template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You can add your presentation notes here. This presentation template for research posters is fully editable so text, graphics and content can be updated to fit your own research needs.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Download more </a:t>
            </a:r>
            <a:r>
              <a:rPr lang="en" u="sng">
                <a:solidFill>
                  <a:schemeClr val="accent5"/>
                </a:solidFill>
                <a:hlinkClick r:id="rId3">
                  <a:extLst>
                    <a:ext uri="{A12FA001-AC4F-418D-AE19-62706E023703}">
                      <ahyp:hlinkClr xmlns:ahyp="http://schemas.microsoft.com/office/drawing/2018/hyperlinkcolor" val="tx"/>
                    </a:ext>
                  </a:extLst>
                </a:hlinkClick>
              </a:rPr>
              <a:t>poster presentation templates</a:t>
            </a:r>
            <a:r>
              <a:rPr lang="en">
                <a:solidFill>
                  <a:schemeClr val="dk1"/>
                </a:solidFill>
              </a:rPr>
              <a:t> from FPPT.com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free-power-point-templates.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96202" y="4765280"/>
            <a:ext cx="40899001" cy="131367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27700"/>
              <a:buNone/>
              <a:defRPr sz="27698"/>
            </a:lvl1pPr>
            <a:lvl2pPr lvl="1" algn="ctr">
              <a:spcBef>
                <a:spcPts val="0"/>
              </a:spcBef>
              <a:spcAft>
                <a:spcPts val="0"/>
              </a:spcAft>
              <a:buSzPts val="27700"/>
              <a:buNone/>
              <a:defRPr sz="27698"/>
            </a:lvl2pPr>
            <a:lvl3pPr lvl="2" algn="ctr">
              <a:spcBef>
                <a:spcPts val="0"/>
              </a:spcBef>
              <a:spcAft>
                <a:spcPts val="0"/>
              </a:spcAft>
              <a:buSzPts val="27700"/>
              <a:buNone/>
              <a:defRPr sz="27698"/>
            </a:lvl3pPr>
            <a:lvl4pPr lvl="3" algn="ctr">
              <a:spcBef>
                <a:spcPts val="0"/>
              </a:spcBef>
              <a:spcAft>
                <a:spcPts val="0"/>
              </a:spcAft>
              <a:buSzPts val="27700"/>
              <a:buNone/>
              <a:defRPr sz="27698"/>
            </a:lvl4pPr>
            <a:lvl5pPr lvl="4" algn="ctr">
              <a:spcBef>
                <a:spcPts val="0"/>
              </a:spcBef>
              <a:spcAft>
                <a:spcPts val="0"/>
              </a:spcAft>
              <a:buSzPts val="27700"/>
              <a:buNone/>
              <a:defRPr sz="27698"/>
            </a:lvl5pPr>
            <a:lvl6pPr lvl="5" algn="ctr">
              <a:spcBef>
                <a:spcPts val="0"/>
              </a:spcBef>
              <a:spcAft>
                <a:spcPts val="0"/>
              </a:spcAft>
              <a:buSzPts val="27700"/>
              <a:buNone/>
              <a:defRPr sz="27698"/>
            </a:lvl6pPr>
            <a:lvl7pPr lvl="6" algn="ctr">
              <a:spcBef>
                <a:spcPts val="0"/>
              </a:spcBef>
              <a:spcAft>
                <a:spcPts val="0"/>
              </a:spcAft>
              <a:buSzPts val="27700"/>
              <a:buNone/>
              <a:defRPr sz="27698"/>
            </a:lvl7pPr>
            <a:lvl8pPr lvl="7" algn="ctr">
              <a:spcBef>
                <a:spcPts val="0"/>
              </a:spcBef>
              <a:spcAft>
                <a:spcPts val="0"/>
              </a:spcAft>
              <a:buSzPts val="27700"/>
              <a:buNone/>
              <a:defRPr sz="27698"/>
            </a:lvl8pPr>
            <a:lvl9pPr lvl="8" algn="ctr">
              <a:spcBef>
                <a:spcPts val="0"/>
              </a:spcBef>
              <a:spcAft>
                <a:spcPts val="0"/>
              </a:spcAft>
              <a:buSzPts val="27700"/>
              <a:buNone/>
              <a:defRPr sz="27698"/>
            </a:lvl9pPr>
          </a:lstStyle>
          <a:p>
            <a:endParaRPr/>
          </a:p>
        </p:txBody>
      </p:sp>
      <p:sp>
        <p:nvSpPr>
          <p:cNvPr id="11" name="Google Shape;11;p2"/>
          <p:cNvSpPr txBox="1">
            <a:spLocks noGrp="1"/>
          </p:cNvSpPr>
          <p:nvPr>
            <p:ph type="subTitle" idx="1"/>
          </p:nvPr>
        </p:nvSpPr>
        <p:spPr>
          <a:xfrm>
            <a:off x="1496162" y="18138400"/>
            <a:ext cx="40899001" cy="5072700"/>
          </a:xfrm>
          <a:prstGeom prst="rect">
            <a:avLst/>
          </a:prstGeom>
        </p:spPr>
        <p:txBody>
          <a:bodyPr spcFirstLastPara="1" wrap="square" lIns="487600" tIns="487600" rIns="487600" bIns="487600" anchor="t" anchorCtr="0">
            <a:no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a:endParaRPr/>
          </a:p>
        </p:txBody>
      </p:sp>
      <p:sp>
        <p:nvSpPr>
          <p:cNvPr id="12" name="Google Shape;12;p2"/>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96162" y="13765441"/>
            <a:ext cx="40899001" cy="5387400"/>
          </a:xfrm>
          <a:prstGeom prst="rect">
            <a:avLst/>
          </a:prstGeom>
        </p:spPr>
        <p:txBody>
          <a:bodyPr spcFirstLastPara="1" wrap="square" lIns="487600" tIns="487600" rIns="487600" bIns="487600" anchor="ctr" anchorCtr="0">
            <a:noAutofit/>
          </a:bodyPr>
          <a:lstStyle>
            <a:lvl1pPr lvl="0" algn="ctr">
              <a:spcBef>
                <a:spcPts val="0"/>
              </a:spcBef>
              <a:spcAft>
                <a:spcPts val="0"/>
              </a:spcAft>
              <a:buSzPts val="19200"/>
              <a:buNone/>
              <a:defRPr sz="19199"/>
            </a:lvl1pPr>
            <a:lvl2pPr lvl="1" algn="ctr">
              <a:spcBef>
                <a:spcPts val="0"/>
              </a:spcBef>
              <a:spcAft>
                <a:spcPts val="0"/>
              </a:spcAft>
              <a:buSzPts val="19200"/>
              <a:buNone/>
              <a:defRPr sz="19199"/>
            </a:lvl2pPr>
            <a:lvl3pPr lvl="2" algn="ctr">
              <a:spcBef>
                <a:spcPts val="0"/>
              </a:spcBef>
              <a:spcAft>
                <a:spcPts val="0"/>
              </a:spcAft>
              <a:buSzPts val="19200"/>
              <a:buNone/>
              <a:defRPr sz="19199"/>
            </a:lvl3pPr>
            <a:lvl4pPr lvl="3" algn="ctr">
              <a:spcBef>
                <a:spcPts val="0"/>
              </a:spcBef>
              <a:spcAft>
                <a:spcPts val="0"/>
              </a:spcAft>
              <a:buSzPts val="19200"/>
              <a:buNone/>
              <a:defRPr sz="19199"/>
            </a:lvl4pPr>
            <a:lvl5pPr lvl="4" algn="ctr">
              <a:spcBef>
                <a:spcPts val="0"/>
              </a:spcBef>
              <a:spcAft>
                <a:spcPts val="0"/>
              </a:spcAft>
              <a:buSzPts val="19200"/>
              <a:buNone/>
              <a:defRPr sz="19199"/>
            </a:lvl5pPr>
            <a:lvl6pPr lvl="5" algn="ctr">
              <a:spcBef>
                <a:spcPts val="0"/>
              </a:spcBef>
              <a:spcAft>
                <a:spcPts val="0"/>
              </a:spcAft>
              <a:buSzPts val="19200"/>
              <a:buNone/>
              <a:defRPr sz="19199"/>
            </a:lvl6pPr>
            <a:lvl7pPr lvl="6" algn="ctr">
              <a:spcBef>
                <a:spcPts val="0"/>
              </a:spcBef>
              <a:spcAft>
                <a:spcPts val="0"/>
              </a:spcAft>
              <a:buSzPts val="19200"/>
              <a:buNone/>
              <a:defRPr sz="19199"/>
            </a:lvl7pPr>
            <a:lvl8pPr lvl="7" algn="ctr">
              <a:spcBef>
                <a:spcPts val="0"/>
              </a:spcBef>
              <a:spcAft>
                <a:spcPts val="0"/>
              </a:spcAft>
              <a:buSzPts val="19200"/>
              <a:buNone/>
              <a:defRPr sz="19199"/>
            </a:lvl8pPr>
            <a:lvl9pPr lvl="8" algn="ctr">
              <a:spcBef>
                <a:spcPts val="0"/>
              </a:spcBef>
              <a:spcAft>
                <a:spcPts val="0"/>
              </a:spcAft>
              <a:buSzPts val="19200"/>
              <a:buNone/>
              <a:defRPr sz="19199"/>
            </a:lvl9pPr>
          </a:lstStyle>
          <a:p>
            <a:endParaRPr/>
          </a:p>
        </p:txBody>
      </p:sp>
      <p:sp>
        <p:nvSpPr>
          <p:cNvPr id="15" name="Google Shape;15;p3"/>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496162" y="2848160"/>
            <a:ext cx="40899001" cy="36654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18" name="Google Shape;18;p4"/>
          <p:cNvSpPr txBox="1">
            <a:spLocks noGrp="1"/>
          </p:cNvSpPr>
          <p:nvPr>
            <p:ph type="body" idx="1"/>
          </p:nvPr>
        </p:nvSpPr>
        <p:spPr>
          <a:xfrm>
            <a:off x="1496162" y="7375840"/>
            <a:ext cx="40899001" cy="21864900"/>
          </a:xfrm>
          <a:prstGeom prst="rect">
            <a:avLst/>
          </a:prstGeom>
        </p:spPr>
        <p:txBody>
          <a:bodyPr spcFirstLastPara="1" wrap="square" lIns="487600" tIns="487600" rIns="487600" bIns="487600" anchor="t" anchorCtr="0">
            <a:noAutofit/>
          </a:bodyPr>
          <a:lstStyle>
            <a:lvl1pPr marL="457178" lvl="0" indent="-838158">
              <a:spcBef>
                <a:spcPts val="0"/>
              </a:spcBef>
              <a:spcAft>
                <a:spcPts val="0"/>
              </a:spcAft>
              <a:buSzPts val="9600"/>
              <a:buChar char="●"/>
              <a:defRPr/>
            </a:lvl1pPr>
            <a:lvl2pPr marL="914354" lvl="1" indent="-704816">
              <a:spcBef>
                <a:spcPts val="8500"/>
              </a:spcBef>
              <a:spcAft>
                <a:spcPts val="0"/>
              </a:spcAft>
              <a:buSzPts val="7500"/>
              <a:buChar char="○"/>
              <a:defRPr/>
            </a:lvl2pPr>
            <a:lvl3pPr marL="1371532" lvl="2" indent="-704816">
              <a:spcBef>
                <a:spcPts val="8500"/>
              </a:spcBef>
              <a:spcAft>
                <a:spcPts val="0"/>
              </a:spcAft>
              <a:buSzPts val="7500"/>
              <a:buChar char="■"/>
              <a:defRPr/>
            </a:lvl3pPr>
            <a:lvl4pPr marL="1828709" lvl="3" indent="-704816">
              <a:spcBef>
                <a:spcPts val="8500"/>
              </a:spcBef>
              <a:spcAft>
                <a:spcPts val="0"/>
              </a:spcAft>
              <a:buSzPts val="7500"/>
              <a:buChar char="●"/>
              <a:defRPr/>
            </a:lvl4pPr>
            <a:lvl5pPr marL="2285886" lvl="4" indent="-704816">
              <a:spcBef>
                <a:spcPts val="8500"/>
              </a:spcBef>
              <a:spcAft>
                <a:spcPts val="0"/>
              </a:spcAft>
              <a:buSzPts val="7500"/>
              <a:buChar char="○"/>
              <a:defRPr/>
            </a:lvl5pPr>
            <a:lvl6pPr marL="2743063" lvl="5" indent="-704816">
              <a:spcBef>
                <a:spcPts val="8500"/>
              </a:spcBef>
              <a:spcAft>
                <a:spcPts val="0"/>
              </a:spcAft>
              <a:buSzPts val="7500"/>
              <a:buChar char="■"/>
              <a:defRPr/>
            </a:lvl6pPr>
            <a:lvl7pPr marL="3200240" lvl="6" indent="-704816">
              <a:spcBef>
                <a:spcPts val="8500"/>
              </a:spcBef>
              <a:spcAft>
                <a:spcPts val="0"/>
              </a:spcAft>
              <a:buSzPts val="7500"/>
              <a:buChar char="●"/>
              <a:defRPr/>
            </a:lvl7pPr>
            <a:lvl8pPr marL="3657418" lvl="7" indent="-704816">
              <a:spcBef>
                <a:spcPts val="8500"/>
              </a:spcBef>
              <a:spcAft>
                <a:spcPts val="0"/>
              </a:spcAft>
              <a:buSzPts val="7500"/>
              <a:buChar char="○"/>
              <a:defRPr/>
            </a:lvl8pPr>
            <a:lvl9pPr marL="4114595" lvl="8" indent="-704816">
              <a:spcBef>
                <a:spcPts val="8500"/>
              </a:spcBef>
              <a:spcAft>
                <a:spcPts val="8500"/>
              </a:spcAft>
              <a:buSzPts val="7500"/>
              <a:buChar char="■"/>
              <a:defRPr/>
            </a:lvl9pPr>
          </a:lstStyle>
          <a:p>
            <a:endParaRPr/>
          </a:p>
        </p:txBody>
      </p:sp>
      <p:sp>
        <p:nvSpPr>
          <p:cNvPr id="19" name="Google Shape;19;p4"/>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496162" y="2848160"/>
            <a:ext cx="40899001" cy="36654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22" name="Google Shape;22;p5"/>
          <p:cNvSpPr txBox="1">
            <a:spLocks noGrp="1"/>
          </p:cNvSpPr>
          <p:nvPr>
            <p:ph type="body" idx="1"/>
          </p:nvPr>
        </p:nvSpPr>
        <p:spPr>
          <a:xfrm>
            <a:off x="1496163" y="7375840"/>
            <a:ext cx="19199399" cy="21864900"/>
          </a:xfrm>
          <a:prstGeom prst="rect">
            <a:avLst/>
          </a:prstGeom>
        </p:spPr>
        <p:txBody>
          <a:bodyPr spcFirstLastPara="1" wrap="square" lIns="487600" tIns="487600" rIns="487600" bIns="487600" anchor="t" anchorCtr="0">
            <a:noAutofit/>
          </a:bodyPr>
          <a:lstStyle>
            <a:lvl1pPr marL="457178" lvl="0" indent="-704816">
              <a:spcBef>
                <a:spcPts val="0"/>
              </a:spcBef>
              <a:spcAft>
                <a:spcPts val="0"/>
              </a:spcAft>
              <a:buSzPts val="7500"/>
              <a:buChar char="●"/>
              <a:defRPr sz="7500"/>
            </a:lvl1pPr>
            <a:lvl2pPr marL="914354" lvl="1" indent="-634968">
              <a:spcBef>
                <a:spcPts val="8500"/>
              </a:spcBef>
              <a:spcAft>
                <a:spcPts val="0"/>
              </a:spcAft>
              <a:buSzPts val="6400"/>
              <a:buChar char="○"/>
              <a:defRPr sz="6400"/>
            </a:lvl2pPr>
            <a:lvl3pPr marL="1371532" lvl="2" indent="-634968">
              <a:spcBef>
                <a:spcPts val="8500"/>
              </a:spcBef>
              <a:spcAft>
                <a:spcPts val="0"/>
              </a:spcAft>
              <a:buSzPts val="6400"/>
              <a:buChar char="■"/>
              <a:defRPr sz="6400"/>
            </a:lvl3pPr>
            <a:lvl4pPr marL="1828709" lvl="3" indent="-634968">
              <a:spcBef>
                <a:spcPts val="8500"/>
              </a:spcBef>
              <a:spcAft>
                <a:spcPts val="0"/>
              </a:spcAft>
              <a:buSzPts val="6400"/>
              <a:buChar char="●"/>
              <a:defRPr sz="6400"/>
            </a:lvl4pPr>
            <a:lvl5pPr marL="2285886" lvl="4" indent="-634968">
              <a:spcBef>
                <a:spcPts val="8500"/>
              </a:spcBef>
              <a:spcAft>
                <a:spcPts val="0"/>
              </a:spcAft>
              <a:buSzPts val="6400"/>
              <a:buChar char="○"/>
              <a:defRPr sz="6400"/>
            </a:lvl5pPr>
            <a:lvl6pPr marL="2743063" lvl="5" indent="-634968">
              <a:spcBef>
                <a:spcPts val="8500"/>
              </a:spcBef>
              <a:spcAft>
                <a:spcPts val="0"/>
              </a:spcAft>
              <a:buSzPts val="6400"/>
              <a:buChar char="■"/>
              <a:defRPr sz="6400"/>
            </a:lvl6pPr>
            <a:lvl7pPr marL="3200240" lvl="6" indent="-634968">
              <a:spcBef>
                <a:spcPts val="8500"/>
              </a:spcBef>
              <a:spcAft>
                <a:spcPts val="0"/>
              </a:spcAft>
              <a:buSzPts val="6400"/>
              <a:buChar char="●"/>
              <a:defRPr sz="6400"/>
            </a:lvl7pPr>
            <a:lvl8pPr marL="3657418" lvl="7" indent="-634968">
              <a:spcBef>
                <a:spcPts val="8500"/>
              </a:spcBef>
              <a:spcAft>
                <a:spcPts val="0"/>
              </a:spcAft>
              <a:buSzPts val="6400"/>
              <a:buChar char="○"/>
              <a:defRPr sz="6400"/>
            </a:lvl8pPr>
            <a:lvl9pPr marL="4114595" lvl="8" indent="-634968">
              <a:spcBef>
                <a:spcPts val="8500"/>
              </a:spcBef>
              <a:spcAft>
                <a:spcPts val="8500"/>
              </a:spcAft>
              <a:buSzPts val="6400"/>
              <a:buChar char="■"/>
              <a:defRPr sz="6400"/>
            </a:lvl9pPr>
          </a:lstStyle>
          <a:p>
            <a:endParaRPr/>
          </a:p>
        </p:txBody>
      </p:sp>
      <p:sp>
        <p:nvSpPr>
          <p:cNvPr id="23" name="Google Shape;23;p5"/>
          <p:cNvSpPr txBox="1">
            <a:spLocks noGrp="1"/>
          </p:cNvSpPr>
          <p:nvPr>
            <p:ph type="body" idx="2"/>
          </p:nvPr>
        </p:nvSpPr>
        <p:spPr>
          <a:xfrm>
            <a:off x="23195523" y="7375840"/>
            <a:ext cx="19199399" cy="21864900"/>
          </a:xfrm>
          <a:prstGeom prst="rect">
            <a:avLst/>
          </a:prstGeom>
        </p:spPr>
        <p:txBody>
          <a:bodyPr spcFirstLastPara="1" wrap="square" lIns="487600" tIns="487600" rIns="487600" bIns="487600" anchor="t" anchorCtr="0">
            <a:noAutofit/>
          </a:bodyPr>
          <a:lstStyle>
            <a:lvl1pPr marL="457178" lvl="0" indent="-704816">
              <a:spcBef>
                <a:spcPts val="0"/>
              </a:spcBef>
              <a:spcAft>
                <a:spcPts val="0"/>
              </a:spcAft>
              <a:buSzPts val="7500"/>
              <a:buChar char="●"/>
              <a:defRPr sz="7500"/>
            </a:lvl1pPr>
            <a:lvl2pPr marL="914354" lvl="1" indent="-634968">
              <a:spcBef>
                <a:spcPts val="8500"/>
              </a:spcBef>
              <a:spcAft>
                <a:spcPts val="0"/>
              </a:spcAft>
              <a:buSzPts val="6400"/>
              <a:buChar char="○"/>
              <a:defRPr sz="6400"/>
            </a:lvl2pPr>
            <a:lvl3pPr marL="1371532" lvl="2" indent="-634968">
              <a:spcBef>
                <a:spcPts val="8500"/>
              </a:spcBef>
              <a:spcAft>
                <a:spcPts val="0"/>
              </a:spcAft>
              <a:buSzPts val="6400"/>
              <a:buChar char="■"/>
              <a:defRPr sz="6400"/>
            </a:lvl3pPr>
            <a:lvl4pPr marL="1828709" lvl="3" indent="-634968">
              <a:spcBef>
                <a:spcPts val="8500"/>
              </a:spcBef>
              <a:spcAft>
                <a:spcPts val="0"/>
              </a:spcAft>
              <a:buSzPts val="6400"/>
              <a:buChar char="●"/>
              <a:defRPr sz="6400"/>
            </a:lvl4pPr>
            <a:lvl5pPr marL="2285886" lvl="4" indent="-634968">
              <a:spcBef>
                <a:spcPts val="8500"/>
              </a:spcBef>
              <a:spcAft>
                <a:spcPts val="0"/>
              </a:spcAft>
              <a:buSzPts val="6400"/>
              <a:buChar char="○"/>
              <a:defRPr sz="6400"/>
            </a:lvl5pPr>
            <a:lvl6pPr marL="2743063" lvl="5" indent="-634968">
              <a:spcBef>
                <a:spcPts val="8500"/>
              </a:spcBef>
              <a:spcAft>
                <a:spcPts val="0"/>
              </a:spcAft>
              <a:buSzPts val="6400"/>
              <a:buChar char="■"/>
              <a:defRPr sz="6400"/>
            </a:lvl6pPr>
            <a:lvl7pPr marL="3200240" lvl="6" indent="-634968">
              <a:spcBef>
                <a:spcPts val="8500"/>
              </a:spcBef>
              <a:spcAft>
                <a:spcPts val="0"/>
              </a:spcAft>
              <a:buSzPts val="6400"/>
              <a:buChar char="●"/>
              <a:defRPr sz="6400"/>
            </a:lvl7pPr>
            <a:lvl8pPr marL="3657418" lvl="7" indent="-634968">
              <a:spcBef>
                <a:spcPts val="8500"/>
              </a:spcBef>
              <a:spcAft>
                <a:spcPts val="0"/>
              </a:spcAft>
              <a:buSzPts val="6400"/>
              <a:buChar char="○"/>
              <a:defRPr sz="6400"/>
            </a:lvl8pPr>
            <a:lvl9pPr marL="4114595" lvl="8" indent="-634968">
              <a:spcBef>
                <a:spcPts val="8500"/>
              </a:spcBef>
              <a:spcAft>
                <a:spcPts val="8500"/>
              </a:spcAft>
              <a:buSzPts val="6400"/>
              <a:buChar char="■"/>
              <a:defRPr sz="6400"/>
            </a:lvl9pPr>
          </a:lstStyle>
          <a:p>
            <a:endParaRPr/>
          </a:p>
        </p:txBody>
      </p:sp>
      <p:sp>
        <p:nvSpPr>
          <p:cNvPr id="24" name="Google Shape;24;p5"/>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496162" y="2848160"/>
            <a:ext cx="40899001" cy="36654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27" name="Google Shape;27;p6"/>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496162" y="3555840"/>
            <a:ext cx="13478401" cy="4836600"/>
          </a:xfrm>
          <a:prstGeom prst="rect">
            <a:avLst/>
          </a:prstGeom>
        </p:spPr>
        <p:txBody>
          <a:bodyPr spcFirstLastPara="1" wrap="square" lIns="487600" tIns="487600" rIns="487600" bIns="487600" anchor="b" anchorCtr="0">
            <a:no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a:endParaRPr/>
          </a:p>
        </p:txBody>
      </p:sp>
      <p:sp>
        <p:nvSpPr>
          <p:cNvPr id="30" name="Google Shape;30;p7"/>
          <p:cNvSpPr txBox="1">
            <a:spLocks noGrp="1"/>
          </p:cNvSpPr>
          <p:nvPr>
            <p:ph type="body" idx="1"/>
          </p:nvPr>
        </p:nvSpPr>
        <p:spPr>
          <a:xfrm>
            <a:off x="1496162" y="8893440"/>
            <a:ext cx="13478401" cy="20348100"/>
          </a:xfrm>
          <a:prstGeom prst="rect">
            <a:avLst/>
          </a:prstGeom>
        </p:spPr>
        <p:txBody>
          <a:bodyPr spcFirstLastPara="1" wrap="square" lIns="487600" tIns="487600" rIns="487600" bIns="487600" anchor="t" anchorCtr="0">
            <a:noAutofit/>
          </a:bodyPr>
          <a:lstStyle>
            <a:lvl1pPr marL="457178" lvl="0" indent="-634968">
              <a:spcBef>
                <a:spcPts val="0"/>
              </a:spcBef>
              <a:spcAft>
                <a:spcPts val="0"/>
              </a:spcAft>
              <a:buSzPts val="6400"/>
              <a:buChar char="●"/>
              <a:defRPr sz="6400"/>
            </a:lvl1pPr>
            <a:lvl2pPr marL="914354" lvl="1" indent="-634968">
              <a:spcBef>
                <a:spcPts val="8500"/>
              </a:spcBef>
              <a:spcAft>
                <a:spcPts val="0"/>
              </a:spcAft>
              <a:buSzPts val="6400"/>
              <a:buChar char="○"/>
              <a:defRPr sz="6400"/>
            </a:lvl2pPr>
            <a:lvl3pPr marL="1371532" lvl="2" indent="-634968">
              <a:spcBef>
                <a:spcPts val="8500"/>
              </a:spcBef>
              <a:spcAft>
                <a:spcPts val="0"/>
              </a:spcAft>
              <a:buSzPts val="6400"/>
              <a:buChar char="■"/>
              <a:defRPr sz="6400"/>
            </a:lvl3pPr>
            <a:lvl4pPr marL="1828709" lvl="3" indent="-634968">
              <a:spcBef>
                <a:spcPts val="8500"/>
              </a:spcBef>
              <a:spcAft>
                <a:spcPts val="0"/>
              </a:spcAft>
              <a:buSzPts val="6400"/>
              <a:buChar char="●"/>
              <a:defRPr sz="6400"/>
            </a:lvl4pPr>
            <a:lvl5pPr marL="2285886" lvl="4" indent="-634968">
              <a:spcBef>
                <a:spcPts val="8500"/>
              </a:spcBef>
              <a:spcAft>
                <a:spcPts val="0"/>
              </a:spcAft>
              <a:buSzPts val="6400"/>
              <a:buChar char="○"/>
              <a:defRPr sz="6400"/>
            </a:lvl5pPr>
            <a:lvl6pPr marL="2743063" lvl="5" indent="-634968">
              <a:spcBef>
                <a:spcPts val="8500"/>
              </a:spcBef>
              <a:spcAft>
                <a:spcPts val="0"/>
              </a:spcAft>
              <a:buSzPts val="6400"/>
              <a:buChar char="■"/>
              <a:defRPr sz="6400"/>
            </a:lvl6pPr>
            <a:lvl7pPr marL="3200240" lvl="6" indent="-634968">
              <a:spcBef>
                <a:spcPts val="8500"/>
              </a:spcBef>
              <a:spcAft>
                <a:spcPts val="0"/>
              </a:spcAft>
              <a:buSzPts val="6400"/>
              <a:buChar char="●"/>
              <a:defRPr sz="6400"/>
            </a:lvl7pPr>
            <a:lvl8pPr marL="3657418" lvl="7" indent="-634968">
              <a:spcBef>
                <a:spcPts val="8500"/>
              </a:spcBef>
              <a:spcAft>
                <a:spcPts val="0"/>
              </a:spcAft>
              <a:buSzPts val="6400"/>
              <a:buChar char="○"/>
              <a:defRPr sz="6400"/>
            </a:lvl8pPr>
            <a:lvl9pPr marL="4114595" lvl="8" indent="-634968">
              <a:spcBef>
                <a:spcPts val="8500"/>
              </a:spcBef>
              <a:spcAft>
                <a:spcPts val="8500"/>
              </a:spcAft>
              <a:buSzPts val="6400"/>
              <a:buChar char="■"/>
              <a:defRPr sz="6400"/>
            </a:lvl9pPr>
          </a:lstStyle>
          <a:p>
            <a:endParaRPr/>
          </a:p>
        </p:txBody>
      </p:sp>
      <p:sp>
        <p:nvSpPr>
          <p:cNvPr id="31" name="Google Shape;31;p7"/>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2353200" y="2880962"/>
            <a:ext cx="30565501" cy="26181001"/>
          </a:xfrm>
          <a:prstGeom prst="rect">
            <a:avLst/>
          </a:prstGeom>
        </p:spPr>
        <p:txBody>
          <a:bodyPr spcFirstLastPara="1" wrap="square" lIns="487600" tIns="487600" rIns="487600" bIns="487600" anchor="ctr" anchorCtr="0">
            <a:noAutofit/>
          </a:bodyPr>
          <a:lstStyle>
            <a:lvl1pPr lvl="0">
              <a:spcBef>
                <a:spcPts val="0"/>
              </a:spcBef>
              <a:spcAft>
                <a:spcPts val="0"/>
              </a:spcAft>
              <a:buSzPts val="25600"/>
              <a:buNone/>
              <a:defRPr sz="25598"/>
            </a:lvl1pPr>
            <a:lvl2pPr lvl="1">
              <a:spcBef>
                <a:spcPts val="0"/>
              </a:spcBef>
              <a:spcAft>
                <a:spcPts val="0"/>
              </a:spcAft>
              <a:buSzPts val="25600"/>
              <a:buNone/>
              <a:defRPr sz="25598"/>
            </a:lvl2pPr>
            <a:lvl3pPr lvl="2">
              <a:spcBef>
                <a:spcPts val="0"/>
              </a:spcBef>
              <a:spcAft>
                <a:spcPts val="0"/>
              </a:spcAft>
              <a:buSzPts val="25600"/>
              <a:buNone/>
              <a:defRPr sz="25598"/>
            </a:lvl3pPr>
            <a:lvl4pPr lvl="3">
              <a:spcBef>
                <a:spcPts val="0"/>
              </a:spcBef>
              <a:spcAft>
                <a:spcPts val="0"/>
              </a:spcAft>
              <a:buSzPts val="25600"/>
              <a:buNone/>
              <a:defRPr sz="25598"/>
            </a:lvl4pPr>
            <a:lvl5pPr lvl="4">
              <a:spcBef>
                <a:spcPts val="0"/>
              </a:spcBef>
              <a:spcAft>
                <a:spcPts val="0"/>
              </a:spcAft>
              <a:buSzPts val="25600"/>
              <a:buNone/>
              <a:defRPr sz="25598"/>
            </a:lvl5pPr>
            <a:lvl6pPr lvl="5">
              <a:spcBef>
                <a:spcPts val="0"/>
              </a:spcBef>
              <a:spcAft>
                <a:spcPts val="0"/>
              </a:spcAft>
              <a:buSzPts val="25600"/>
              <a:buNone/>
              <a:defRPr sz="25598"/>
            </a:lvl6pPr>
            <a:lvl7pPr lvl="6">
              <a:spcBef>
                <a:spcPts val="0"/>
              </a:spcBef>
              <a:spcAft>
                <a:spcPts val="0"/>
              </a:spcAft>
              <a:buSzPts val="25600"/>
              <a:buNone/>
              <a:defRPr sz="25598"/>
            </a:lvl7pPr>
            <a:lvl8pPr lvl="7">
              <a:spcBef>
                <a:spcPts val="0"/>
              </a:spcBef>
              <a:spcAft>
                <a:spcPts val="0"/>
              </a:spcAft>
              <a:buSzPts val="25600"/>
              <a:buNone/>
              <a:defRPr sz="25598"/>
            </a:lvl8pPr>
            <a:lvl9pPr lvl="8">
              <a:spcBef>
                <a:spcPts val="0"/>
              </a:spcBef>
              <a:spcAft>
                <a:spcPts val="0"/>
              </a:spcAft>
              <a:buSzPts val="25600"/>
              <a:buNone/>
              <a:defRPr sz="25598"/>
            </a:lvl9pPr>
          </a:lstStyle>
          <a:p>
            <a:endParaRPr/>
          </a:p>
        </p:txBody>
      </p:sp>
      <p:sp>
        <p:nvSpPr>
          <p:cNvPr id="34" name="Google Shape;34;p8"/>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21945600" y="-799"/>
            <a:ext cx="21945600" cy="32918401"/>
          </a:xfrm>
          <a:prstGeom prst="rect">
            <a:avLst/>
          </a:prstGeom>
          <a:solidFill>
            <a:schemeClr val="lt2"/>
          </a:solidFill>
          <a:ln>
            <a:noFill/>
          </a:ln>
        </p:spPr>
        <p:txBody>
          <a:bodyPr spcFirstLastPara="1" wrap="square" lIns="487600" tIns="487600" rIns="487600" bIns="487600"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1274402" y="7892320"/>
            <a:ext cx="19416900" cy="94866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22400"/>
              <a:buNone/>
              <a:defRPr sz="22399"/>
            </a:lvl1pPr>
            <a:lvl2pPr lvl="1" algn="ctr">
              <a:spcBef>
                <a:spcPts val="0"/>
              </a:spcBef>
              <a:spcAft>
                <a:spcPts val="0"/>
              </a:spcAft>
              <a:buSzPts val="22400"/>
              <a:buNone/>
              <a:defRPr sz="22399"/>
            </a:lvl2pPr>
            <a:lvl3pPr lvl="2" algn="ctr">
              <a:spcBef>
                <a:spcPts val="0"/>
              </a:spcBef>
              <a:spcAft>
                <a:spcPts val="0"/>
              </a:spcAft>
              <a:buSzPts val="22400"/>
              <a:buNone/>
              <a:defRPr sz="22399"/>
            </a:lvl3pPr>
            <a:lvl4pPr lvl="3" algn="ctr">
              <a:spcBef>
                <a:spcPts val="0"/>
              </a:spcBef>
              <a:spcAft>
                <a:spcPts val="0"/>
              </a:spcAft>
              <a:buSzPts val="22400"/>
              <a:buNone/>
              <a:defRPr sz="22399"/>
            </a:lvl4pPr>
            <a:lvl5pPr lvl="4" algn="ctr">
              <a:spcBef>
                <a:spcPts val="0"/>
              </a:spcBef>
              <a:spcAft>
                <a:spcPts val="0"/>
              </a:spcAft>
              <a:buSzPts val="22400"/>
              <a:buNone/>
              <a:defRPr sz="22399"/>
            </a:lvl5pPr>
            <a:lvl6pPr lvl="5" algn="ctr">
              <a:spcBef>
                <a:spcPts val="0"/>
              </a:spcBef>
              <a:spcAft>
                <a:spcPts val="0"/>
              </a:spcAft>
              <a:buSzPts val="22400"/>
              <a:buNone/>
              <a:defRPr sz="22399"/>
            </a:lvl6pPr>
            <a:lvl7pPr lvl="6" algn="ctr">
              <a:spcBef>
                <a:spcPts val="0"/>
              </a:spcBef>
              <a:spcAft>
                <a:spcPts val="0"/>
              </a:spcAft>
              <a:buSzPts val="22400"/>
              <a:buNone/>
              <a:defRPr sz="22399"/>
            </a:lvl7pPr>
            <a:lvl8pPr lvl="7" algn="ctr">
              <a:spcBef>
                <a:spcPts val="0"/>
              </a:spcBef>
              <a:spcAft>
                <a:spcPts val="0"/>
              </a:spcAft>
              <a:buSzPts val="22400"/>
              <a:buNone/>
              <a:defRPr sz="22399"/>
            </a:lvl8pPr>
            <a:lvl9pPr lvl="8" algn="ctr">
              <a:spcBef>
                <a:spcPts val="0"/>
              </a:spcBef>
              <a:spcAft>
                <a:spcPts val="0"/>
              </a:spcAft>
              <a:buSzPts val="22400"/>
              <a:buNone/>
              <a:defRPr sz="22399"/>
            </a:lvl9pPr>
          </a:lstStyle>
          <a:p>
            <a:endParaRPr/>
          </a:p>
        </p:txBody>
      </p:sp>
      <p:sp>
        <p:nvSpPr>
          <p:cNvPr id="38" name="Google Shape;38;p9"/>
          <p:cNvSpPr txBox="1">
            <a:spLocks noGrp="1"/>
          </p:cNvSpPr>
          <p:nvPr>
            <p:ph type="subTitle" idx="1"/>
          </p:nvPr>
        </p:nvSpPr>
        <p:spPr>
          <a:xfrm>
            <a:off x="1274402" y="17939680"/>
            <a:ext cx="19416900" cy="7904700"/>
          </a:xfrm>
          <a:prstGeom prst="rect">
            <a:avLst/>
          </a:prstGeom>
        </p:spPr>
        <p:txBody>
          <a:bodyPr spcFirstLastPara="1" wrap="square" lIns="487600" tIns="487600" rIns="487600" bIns="487600" anchor="t" anchorCtr="0">
            <a:no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a:endParaRPr/>
          </a:p>
        </p:txBody>
      </p:sp>
      <p:sp>
        <p:nvSpPr>
          <p:cNvPr id="39" name="Google Shape;39;p9"/>
          <p:cNvSpPr txBox="1">
            <a:spLocks noGrp="1"/>
          </p:cNvSpPr>
          <p:nvPr>
            <p:ph type="body" idx="2"/>
          </p:nvPr>
        </p:nvSpPr>
        <p:spPr>
          <a:xfrm>
            <a:off x="23709602" y="4634082"/>
            <a:ext cx="18417601" cy="23648701"/>
          </a:xfrm>
          <a:prstGeom prst="rect">
            <a:avLst/>
          </a:prstGeom>
        </p:spPr>
        <p:txBody>
          <a:bodyPr spcFirstLastPara="1" wrap="square" lIns="487600" tIns="487600" rIns="487600" bIns="487600" anchor="ctr" anchorCtr="0">
            <a:noAutofit/>
          </a:bodyPr>
          <a:lstStyle>
            <a:lvl1pPr marL="457178" lvl="0" indent="-838158">
              <a:spcBef>
                <a:spcPts val="0"/>
              </a:spcBef>
              <a:spcAft>
                <a:spcPts val="0"/>
              </a:spcAft>
              <a:buSzPts val="9600"/>
              <a:buChar char="●"/>
              <a:defRPr/>
            </a:lvl1pPr>
            <a:lvl2pPr marL="914354" lvl="1" indent="-704816">
              <a:spcBef>
                <a:spcPts val="8500"/>
              </a:spcBef>
              <a:spcAft>
                <a:spcPts val="0"/>
              </a:spcAft>
              <a:buSzPts val="7500"/>
              <a:buChar char="○"/>
              <a:defRPr/>
            </a:lvl2pPr>
            <a:lvl3pPr marL="1371532" lvl="2" indent="-704816">
              <a:spcBef>
                <a:spcPts val="8500"/>
              </a:spcBef>
              <a:spcAft>
                <a:spcPts val="0"/>
              </a:spcAft>
              <a:buSzPts val="7500"/>
              <a:buChar char="■"/>
              <a:defRPr/>
            </a:lvl3pPr>
            <a:lvl4pPr marL="1828709" lvl="3" indent="-704816">
              <a:spcBef>
                <a:spcPts val="8500"/>
              </a:spcBef>
              <a:spcAft>
                <a:spcPts val="0"/>
              </a:spcAft>
              <a:buSzPts val="7500"/>
              <a:buChar char="●"/>
              <a:defRPr/>
            </a:lvl4pPr>
            <a:lvl5pPr marL="2285886" lvl="4" indent="-704816">
              <a:spcBef>
                <a:spcPts val="8500"/>
              </a:spcBef>
              <a:spcAft>
                <a:spcPts val="0"/>
              </a:spcAft>
              <a:buSzPts val="7500"/>
              <a:buChar char="○"/>
              <a:defRPr/>
            </a:lvl5pPr>
            <a:lvl6pPr marL="2743063" lvl="5" indent="-704816">
              <a:spcBef>
                <a:spcPts val="8500"/>
              </a:spcBef>
              <a:spcAft>
                <a:spcPts val="0"/>
              </a:spcAft>
              <a:buSzPts val="7500"/>
              <a:buChar char="■"/>
              <a:defRPr/>
            </a:lvl6pPr>
            <a:lvl7pPr marL="3200240" lvl="6" indent="-704816">
              <a:spcBef>
                <a:spcPts val="8500"/>
              </a:spcBef>
              <a:spcAft>
                <a:spcPts val="0"/>
              </a:spcAft>
              <a:buSzPts val="7500"/>
              <a:buChar char="●"/>
              <a:defRPr/>
            </a:lvl7pPr>
            <a:lvl8pPr marL="3657418" lvl="7" indent="-704816">
              <a:spcBef>
                <a:spcPts val="8500"/>
              </a:spcBef>
              <a:spcAft>
                <a:spcPts val="0"/>
              </a:spcAft>
              <a:buSzPts val="7500"/>
              <a:buChar char="○"/>
              <a:defRPr/>
            </a:lvl8pPr>
            <a:lvl9pPr marL="4114595" lvl="8" indent="-704816">
              <a:spcBef>
                <a:spcPts val="8500"/>
              </a:spcBef>
              <a:spcAft>
                <a:spcPts val="8500"/>
              </a:spcAft>
              <a:buSzPts val="7500"/>
              <a:buChar char="■"/>
              <a:defRPr/>
            </a:lvl9pPr>
          </a:lstStyle>
          <a:p>
            <a:endParaRPr/>
          </a:p>
        </p:txBody>
      </p:sp>
      <p:sp>
        <p:nvSpPr>
          <p:cNvPr id="40" name="Google Shape;40;p9"/>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496161" y="27075681"/>
            <a:ext cx="28794299" cy="3872700"/>
          </a:xfrm>
          <a:prstGeom prst="rect">
            <a:avLst/>
          </a:prstGeom>
        </p:spPr>
        <p:txBody>
          <a:bodyPr spcFirstLastPara="1" wrap="square" lIns="487600" tIns="487600" rIns="487600" bIns="487600" anchor="ctr" anchorCtr="0">
            <a:noAutofit/>
          </a:bodyPr>
          <a:lstStyle>
            <a:lvl1pPr marL="457178" lvl="0" indent="-228588">
              <a:lnSpc>
                <a:spcPct val="100000"/>
              </a:lnSpc>
              <a:spcBef>
                <a:spcPts val="0"/>
              </a:spcBef>
              <a:spcAft>
                <a:spcPts val="0"/>
              </a:spcAft>
              <a:buSzPts val="9600"/>
              <a:buNone/>
              <a:defRPr/>
            </a:lvl1pPr>
          </a:lstStyle>
          <a:p>
            <a:endParaRPr/>
          </a:p>
        </p:txBody>
      </p:sp>
      <p:sp>
        <p:nvSpPr>
          <p:cNvPr id="43" name="Google Shape;43;p10"/>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496162" y="7079200"/>
            <a:ext cx="40899001" cy="125664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64000"/>
              <a:buNone/>
              <a:defRPr sz="63997"/>
            </a:lvl1pPr>
            <a:lvl2pPr lvl="1" algn="ctr">
              <a:spcBef>
                <a:spcPts val="0"/>
              </a:spcBef>
              <a:spcAft>
                <a:spcPts val="0"/>
              </a:spcAft>
              <a:buSzPts val="64000"/>
              <a:buNone/>
              <a:defRPr sz="63997"/>
            </a:lvl2pPr>
            <a:lvl3pPr lvl="2" algn="ctr">
              <a:spcBef>
                <a:spcPts val="0"/>
              </a:spcBef>
              <a:spcAft>
                <a:spcPts val="0"/>
              </a:spcAft>
              <a:buSzPts val="64000"/>
              <a:buNone/>
              <a:defRPr sz="63997"/>
            </a:lvl3pPr>
            <a:lvl4pPr lvl="3" algn="ctr">
              <a:spcBef>
                <a:spcPts val="0"/>
              </a:spcBef>
              <a:spcAft>
                <a:spcPts val="0"/>
              </a:spcAft>
              <a:buSzPts val="64000"/>
              <a:buNone/>
              <a:defRPr sz="63997"/>
            </a:lvl4pPr>
            <a:lvl5pPr lvl="4" algn="ctr">
              <a:spcBef>
                <a:spcPts val="0"/>
              </a:spcBef>
              <a:spcAft>
                <a:spcPts val="0"/>
              </a:spcAft>
              <a:buSzPts val="64000"/>
              <a:buNone/>
              <a:defRPr sz="63997"/>
            </a:lvl5pPr>
            <a:lvl6pPr lvl="5" algn="ctr">
              <a:spcBef>
                <a:spcPts val="0"/>
              </a:spcBef>
              <a:spcAft>
                <a:spcPts val="0"/>
              </a:spcAft>
              <a:buSzPts val="64000"/>
              <a:buNone/>
              <a:defRPr sz="63997"/>
            </a:lvl6pPr>
            <a:lvl7pPr lvl="6" algn="ctr">
              <a:spcBef>
                <a:spcPts val="0"/>
              </a:spcBef>
              <a:spcAft>
                <a:spcPts val="0"/>
              </a:spcAft>
              <a:buSzPts val="64000"/>
              <a:buNone/>
              <a:defRPr sz="63997"/>
            </a:lvl7pPr>
            <a:lvl8pPr lvl="7" algn="ctr">
              <a:spcBef>
                <a:spcPts val="0"/>
              </a:spcBef>
              <a:spcAft>
                <a:spcPts val="0"/>
              </a:spcAft>
              <a:buSzPts val="64000"/>
              <a:buNone/>
              <a:defRPr sz="63997"/>
            </a:lvl8pPr>
            <a:lvl9pPr lvl="8" algn="ctr">
              <a:spcBef>
                <a:spcPts val="0"/>
              </a:spcBef>
              <a:spcAft>
                <a:spcPts val="0"/>
              </a:spcAft>
              <a:buSzPts val="64000"/>
              <a:buNone/>
              <a:defRPr sz="63997"/>
            </a:lvl9pPr>
          </a:lstStyle>
          <a:p>
            <a:r>
              <a:t>xx%</a:t>
            </a:r>
          </a:p>
        </p:txBody>
      </p:sp>
      <p:sp>
        <p:nvSpPr>
          <p:cNvPr id="46" name="Google Shape;46;p11"/>
          <p:cNvSpPr txBox="1">
            <a:spLocks noGrp="1"/>
          </p:cNvSpPr>
          <p:nvPr>
            <p:ph type="body" idx="1"/>
          </p:nvPr>
        </p:nvSpPr>
        <p:spPr>
          <a:xfrm>
            <a:off x="1496162" y="20174241"/>
            <a:ext cx="40899001" cy="8325000"/>
          </a:xfrm>
          <a:prstGeom prst="rect">
            <a:avLst/>
          </a:prstGeom>
        </p:spPr>
        <p:txBody>
          <a:bodyPr spcFirstLastPara="1" wrap="square" lIns="487600" tIns="487600" rIns="487600" bIns="487600" anchor="t" anchorCtr="0">
            <a:noAutofit/>
          </a:bodyPr>
          <a:lstStyle>
            <a:lvl1pPr marL="457178" lvl="0" indent="-838158" algn="ctr">
              <a:spcBef>
                <a:spcPts val="0"/>
              </a:spcBef>
              <a:spcAft>
                <a:spcPts val="0"/>
              </a:spcAft>
              <a:buSzPts val="9600"/>
              <a:buChar char="●"/>
              <a:defRPr/>
            </a:lvl1pPr>
            <a:lvl2pPr marL="914354" lvl="1" indent="-704816" algn="ctr">
              <a:spcBef>
                <a:spcPts val="8500"/>
              </a:spcBef>
              <a:spcAft>
                <a:spcPts val="0"/>
              </a:spcAft>
              <a:buSzPts val="7500"/>
              <a:buChar char="○"/>
              <a:defRPr/>
            </a:lvl2pPr>
            <a:lvl3pPr marL="1371532" lvl="2" indent="-704816" algn="ctr">
              <a:spcBef>
                <a:spcPts val="8500"/>
              </a:spcBef>
              <a:spcAft>
                <a:spcPts val="0"/>
              </a:spcAft>
              <a:buSzPts val="7500"/>
              <a:buChar char="■"/>
              <a:defRPr/>
            </a:lvl3pPr>
            <a:lvl4pPr marL="1828709" lvl="3" indent="-704816" algn="ctr">
              <a:spcBef>
                <a:spcPts val="8500"/>
              </a:spcBef>
              <a:spcAft>
                <a:spcPts val="0"/>
              </a:spcAft>
              <a:buSzPts val="7500"/>
              <a:buChar char="●"/>
              <a:defRPr/>
            </a:lvl4pPr>
            <a:lvl5pPr marL="2285886" lvl="4" indent="-704816" algn="ctr">
              <a:spcBef>
                <a:spcPts val="8500"/>
              </a:spcBef>
              <a:spcAft>
                <a:spcPts val="0"/>
              </a:spcAft>
              <a:buSzPts val="7500"/>
              <a:buChar char="○"/>
              <a:defRPr/>
            </a:lvl5pPr>
            <a:lvl6pPr marL="2743063" lvl="5" indent="-704816" algn="ctr">
              <a:spcBef>
                <a:spcPts val="8500"/>
              </a:spcBef>
              <a:spcAft>
                <a:spcPts val="0"/>
              </a:spcAft>
              <a:buSzPts val="7500"/>
              <a:buChar char="■"/>
              <a:defRPr/>
            </a:lvl6pPr>
            <a:lvl7pPr marL="3200240" lvl="6" indent="-704816" algn="ctr">
              <a:spcBef>
                <a:spcPts val="8500"/>
              </a:spcBef>
              <a:spcAft>
                <a:spcPts val="0"/>
              </a:spcAft>
              <a:buSzPts val="7500"/>
              <a:buChar char="●"/>
              <a:defRPr/>
            </a:lvl7pPr>
            <a:lvl8pPr marL="3657418" lvl="7" indent="-704816" algn="ctr">
              <a:spcBef>
                <a:spcPts val="8500"/>
              </a:spcBef>
              <a:spcAft>
                <a:spcPts val="0"/>
              </a:spcAft>
              <a:buSzPts val="7500"/>
              <a:buChar char="○"/>
              <a:defRPr/>
            </a:lvl8pPr>
            <a:lvl9pPr marL="4114595" lvl="8" indent="-704816" algn="ctr">
              <a:spcBef>
                <a:spcPts val="8500"/>
              </a:spcBef>
              <a:spcAft>
                <a:spcPts val="8500"/>
              </a:spcAft>
              <a:buSzPts val="7500"/>
              <a:buChar char="■"/>
              <a:defRPr/>
            </a:lvl9pPr>
          </a:lstStyle>
          <a:p>
            <a:endParaRPr/>
          </a:p>
        </p:txBody>
      </p:sp>
      <p:sp>
        <p:nvSpPr>
          <p:cNvPr id="47" name="Google Shape;47;p11"/>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40667799" y="29844588"/>
            <a:ext cx="2633700" cy="25191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‹nr.›</a:t>
            </a:fld>
            <a:endParaRPr lang="en-GB"/>
          </a:p>
        </p:txBody>
      </p:sp>
      <p:pic>
        <p:nvPicPr>
          <p:cNvPr id="50" name="Google Shape;50;p12" descr="logo.png">
            <a:hlinkClick r:id="rId2"/>
          </p:cNvPr>
          <p:cNvPicPr preferRelativeResize="0"/>
          <p:nvPr/>
        </p:nvPicPr>
        <p:blipFill>
          <a:blip r:embed="rId3">
            <a:alphaModFix/>
          </a:blip>
          <a:stretch>
            <a:fillRect/>
          </a:stretch>
        </p:blipFill>
        <p:spPr>
          <a:xfrm>
            <a:off x="2347999" y="1143000"/>
            <a:ext cx="7177000" cy="23334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96162" y="2848160"/>
            <a:ext cx="40899001" cy="3665400"/>
          </a:xfrm>
          <a:prstGeom prst="rect">
            <a:avLst/>
          </a:prstGeom>
          <a:noFill/>
          <a:ln>
            <a:noFill/>
          </a:ln>
        </p:spPr>
        <p:txBody>
          <a:bodyPr spcFirstLastPara="1" wrap="square" lIns="487600" tIns="487600" rIns="487600" bIns="487600" anchor="t" anchorCtr="0">
            <a:noAutofit/>
          </a:bodyPr>
          <a:lstStyle>
            <a:lvl1pPr lvl="0">
              <a:spcBef>
                <a:spcPts val="0"/>
              </a:spcBef>
              <a:spcAft>
                <a:spcPts val="0"/>
              </a:spcAft>
              <a:buClr>
                <a:schemeClr val="dk1"/>
              </a:buClr>
              <a:buSzPts val="14900"/>
              <a:buNone/>
              <a:defRPr sz="14900">
                <a:solidFill>
                  <a:schemeClr val="dk1"/>
                </a:solidFill>
              </a:defRPr>
            </a:lvl1pPr>
            <a:lvl2pPr lvl="1">
              <a:spcBef>
                <a:spcPts val="0"/>
              </a:spcBef>
              <a:spcAft>
                <a:spcPts val="0"/>
              </a:spcAft>
              <a:buClr>
                <a:schemeClr val="dk1"/>
              </a:buClr>
              <a:buSzPts val="14900"/>
              <a:buNone/>
              <a:defRPr sz="14900">
                <a:solidFill>
                  <a:schemeClr val="dk1"/>
                </a:solidFill>
              </a:defRPr>
            </a:lvl2pPr>
            <a:lvl3pPr lvl="2">
              <a:spcBef>
                <a:spcPts val="0"/>
              </a:spcBef>
              <a:spcAft>
                <a:spcPts val="0"/>
              </a:spcAft>
              <a:buClr>
                <a:schemeClr val="dk1"/>
              </a:buClr>
              <a:buSzPts val="14900"/>
              <a:buNone/>
              <a:defRPr sz="14900">
                <a:solidFill>
                  <a:schemeClr val="dk1"/>
                </a:solidFill>
              </a:defRPr>
            </a:lvl3pPr>
            <a:lvl4pPr lvl="3">
              <a:spcBef>
                <a:spcPts val="0"/>
              </a:spcBef>
              <a:spcAft>
                <a:spcPts val="0"/>
              </a:spcAft>
              <a:buClr>
                <a:schemeClr val="dk1"/>
              </a:buClr>
              <a:buSzPts val="14900"/>
              <a:buNone/>
              <a:defRPr sz="14900">
                <a:solidFill>
                  <a:schemeClr val="dk1"/>
                </a:solidFill>
              </a:defRPr>
            </a:lvl4pPr>
            <a:lvl5pPr lvl="4">
              <a:spcBef>
                <a:spcPts val="0"/>
              </a:spcBef>
              <a:spcAft>
                <a:spcPts val="0"/>
              </a:spcAft>
              <a:buClr>
                <a:schemeClr val="dk1"/>
              </a:buClr>
              <a:buSzPts val="14900"/>
              <a:buNone/>
              <a:defRPr sz="14900">
                <a:solidFill>
                  <a:schemeClr val="dk1"/>
                </a:solidFill>
              </a:defRPr>
            </a:lvl5pPr>
            <a:lvl6pPr lvl="5">
              <a:spcBef>
                <a:spcPts val="0"/>
              </a:spcBef>
              <a:spcAft>
                <a:spcPts val="0"/>
              </a:spcAft>
              <a:buClr>
                <a:schemeClr val="dk1"/>
              </a:buClr>
              <a:buSzPts val="14900"/>
              <a:buNone/>
              <a:defRPr sz="14900">
                <a:solidFill>
                  <a:schemeClr val="dk1"/>
                </a:solidFill>
              </a:defRPr>
            </a:lvl6pPr>
            <a:lvl7pPr lvl="6">
              <a:spcBef>
                <a:spcPts val="0"/>
              </a:spcBef>
              <a:spcAft>
                <a:spcPts val="0"/>
              </a:spcAft>
              <a:buClr>
                <a:schemeClr val="dk1"/>
              </a:buClr>
              <a:buSzPts val="14900"/>
              <a:buNone/>
              <a:defRPr sz="14900">
                <a:solidFill>
                  <a:schemeClr val="dk1"/>
                </a:solidFill>
              </a:defRPr>
            </a:lvl7pPr>
            <a:lvl8pPr lvl="7">
              <a:spcBef>
                <a:spcPts val="0"/>
              </a:spcBef>
              <a:spcAft>
                <a:spcPts val="0"/>
              </a:spcAft>
              <a:buClr>
                <a:schemeClr val="dk1"/>
              </a:buClr>
              <a:buSzPts val="14900"/>
              <a:buNone/>
              <a:defRPr sz="14900">
                <a:solidFill>
                  <a:schemeClr val="dk1"/>
                </a:solidFill>
              </a:defRPr>
            </a:lvl8pPr>
            <a:lvl9pPr lvl="8">
              <a:spcBef>
                <a:spcPts val="0"/>
              </a:spcBef>
              <a:spcAft>
                <a:spcPts val="0"/>
              </a:spcAft>
              <a:buClr>
                <a:schemeClr val="dk1"/>
              </a:buClr>
              <a:buSzPts val="14900"/>
              <a:buNone/>
              <a:defRPr sz="14900">
                <a:solidFill>
                  <a:schemeClr val="dk1"/>
                </a:solidFill>
              </a:defRPr>
            </a:lvl9pPr>
          </a:lstStyle>
          <a:p>
            <a:endParaRPr/>
          </a:p>
        </p:txBody>
      </p:sp>
      <p:sp>
        <p:nvSpPr>
          <p:cNvPr id="7" name="Google Shape;7;p1"/>
          <p:cNvSpPr txBox="1">
            <a:spLocks noGrp="1"/>
          </p:cNvSpPr>
          <p:nvPr>
            <p:ph type="body" idx="1"/>
          </p:nvPr>
        </p:nvSpPr>
        <p:spPr>
          <a:xfrm>
            <a:off x="1496162" y="7375840"/>
            <a:ext cx="40899001" cy="21864900"/>
          </a:xfrm>
          <a:prstGeom prst="rect">
            <a:avLst/>
          </a:prstGeom>
          <a:noFill/>
          <a:ln>
            <a:noFill/>
          </a:ln>
        </p:spPr>
        <p:txBody>
          <a:bodyPr spcFirstLastPara="1" wrap="square" lIns="487600" tIns="487600" rIns="487600" bIns="487600" anchor="t" anchorCtr="0">
            <a:noAutofit/>
          </a:bodyPr>
          <a:lstStyle>
            <a:lvl1pPr marL="457200" lvl="0" indent="-838200">
              <a:lnSpc>
                <a:spcPct val="115000"/>
              </a:lnSpc>
              <a:spcBef>
                <a:spcPts val="0"/>
              </a:spcBef>
              <a:spcAft>
                <a:spcPts val="0"/>
              </a:spcAft>
              <a:buClr>
                <a:schemeClr val="dk2"/>
              </a:buClr>
              <a:buSzPts val="9600"/>
              <a:buChar char="●"/>
              <a:defRPr sz="9600">
                <a:solidFill>
                  <a:schemeClr val="dk2"/>
                </a:solidFill>
              </a:defRPr>
            </a:lvl1pPr>
            <a:lvl2pPr marL="914400" lvl="1" indent="-704850">
              <a:lnSpc>
                <a:spcPct val="115000"/>
              </a:lnSpc>
              <a:spcBef>
                <a:spcPts val="8500"/>
              </a:spcBef>
              <a:spcAft>
                <a:spcPts val="0"/>
              </a:spcAft>
              <a:buClr>
                <a:schemeClr val="dk2"/>
              </a:buClr>
              <a:buSzPts val="7500"/>
              <a:buChar char="○"/>
              <a:defRPr sz="7500">
                <a:solidFill>
                  <a:schemeClr val="dk2"/>
                </a:solidFill>
              </a:defRPr>
            </a:lvl2pPr>
            <a:lvl3pPr marL="1371600" lvl="2" indent="-704850">
              <a:lnSpc>
                <a:spcPct val="115000"/>
              </a:lnSpc>
              <a:spcBef>
                <a:spcPts val="8500"/>
              </a:spcBef>
              <a:spcAft>
                <a:spcPts val="0"/>
              </a:spcAft>
              <a:buClr>
                <a:schemeClr val="dk2"/>
              </a:buClr>
              <a:buSzPts val="7500"/>
              <a:buChar char="■"/>
              <a:defRPr sz="7500">
                <a:solidFill>
                  <a:schemeClr val="dk2"/>
                </a:solidFill>
              </a:defRPr>
            </a:lvl3pPr>
            <a:lvl4pPr marL="1828800" lvl="3" indent="-704850">
              <a:lnSpc>
                <a:spcPct val="115000"/>
              </a:lnSpc>
              <a:spcBef>
                <a:spcPts val="8500"/>
              </a:spcBef>
              <a:spcAft>
                <a:spcPts val="0"/>
              </a:spcAft>
              <a:buClr>
                <a:schemeClr val="dk2"/>
              </a:buClr>
              <a:buSzPts val="7500"/>
              <a:buChar char="●"/>
              <a:defRPr sz="7500">
                <a:solidFill>
                  <a:schemeClr val="dk2"/>
                </a:solidFill>
              </a:defRPr>
            </a:lvl4pPr>
            <a:lvl5pPr marL="2286000" lvl="4" indent="-704850">
              <a:lnSpc>
                <a:spcPct val="115000"/>
              </a:lnSpc>
              <a:spcBef>
                <a:spcPts val="8500"/>
              </a:spcBef>
              <a:spcAft>
                <a:spcPts val="0"/>
              </a:spcAft>
              <a:buClr>
                <a:schemeClr val="dk2"/>
              </a:buClr>
              <a:buSzPts val="7500"/>
              <a:buChar char="○"/>
              <a:defRPr sz="7500">
                <a:solidFill>
                  <a:schemeClr val="dk2"/>
                </a:solidFill>
              </a:defRPr>
            </a:lvl5pPr>
            <a:lvl6pPr marL="2743200" lvl="5" indent="-704850">
              <a:lnSpc>
                <a:spcPct val="115000"/>
              </a:lnSpc>
              <a:spcBef>
                <a:spcPts val="8500"/>
              </a:spcBef>
              <a:spcAft>
                <a:spcPts val="0"/>
              </a:spcAft>
              <a:buClr>
                <a:schemeClr val="dk2"/>
              </a:buClr>
              <a:buSzPts val="7500"/>
              <a:buChar char="■"/>
              <a:defRPr sz="7500">
                <a:solidFill>
                  <a:schemeClr val="dk2"/>
                </a:solidFill>
              </a:defRPr>
            </a:lvl6pPr>
            <a:lvl7pPr marL="3200400" lvl="6" indent="-704850">
              <a:lnSpc>
                <a:spcPct val="115000"/>
              </a:lnSpc>
              <a:spcBef>
                <a:spcPts val="8500"/>
              </a:spcBef>
              <a:spcAft>
                <a:spcPts val="0"/>
              </a:spcAft>
              <a:buClr>
                <a:schemeClr val="dk2"/>
              </a:buClr>
              <a:buSzPts val="7500"/>
              <a:buChar char="●"/>
              <a:defRPr sz="7500">
                <a:solidFill>
                  <a:schemeClr val="dk2"/>
                </a:solidFill>
              </a:defRPr>
            </a:lvl7pPr>
            <a:lvl8pPr marL="3657600" lvl="7" indent="-704850">
              <a:lnSpc>
                <a:spcPct val="115000"/>
              </a:lnSpc>
              <a:spcBef>
                <a:spcPts val="8500"/>
              </a:spcBef>
              <a:spcAft>
                <a:spcPts val="0"/>
              </a:spcAft>
              <a:buClr>
                <a:schemeClr val="dk2"/>
              </a:buClr>
              <a:buSzPts val="7500"/>
              <a:buChar char="○"/>
              <a:defRPr sz="7500">
                <a:solidFill>
                  <a:schemeClr val="dk2"/>
                </a:solidFill>
              </a:defRPr>
            </a:lvl8pPr>
            <a:lvl9pPr marL="4114800" lvl="8" indent="-704850">
              <a:lnSpc>
                <a:spcPct val="115000"/>
              </a:lnSpc>
              <a:spcBef>
                <a:spcPts val="8500"/>
              </a:spcBef>
              <a:spcAft>
                <a:spcPts val="8500"/>
              </a:spcAft>
              <a:buClr>
                <a:schemeClr val="dk2"/>
              </a:buClr>
              <a:buSzPts val="7500"/>
              <a:buChar char="■"/>
              <a:defRPr sz="7500">
                <a:solidFill>
                  <a:schemeClr val="dk2"/>
                </a:solidFill>
              </a:defRPr>
            </a:lvl9pPr>
          </a:lstStyle>
          <a:p>
            <a:endParaRPr/>
          </a:p>
        </p:txBody>
      </p:sp>
      <p:sp>
        <p:nvSpPr>
          <p:cNvPr id="8" name="Google Shape;8;p1"/>
          <p:cNvSpPr txBox="1">
            <a:spLocks noGrp="1"/>
          </p:cNvSpPr>
          <p:nvPr>
            <p:ph type="sldNum" idx="12"/>
          </p:nvPr>
        </p:nvSpPr>
        <p:spPr>
          <a:xfrm>
            <a:off x="40667799" y="29844588"/>
            <a:ext cx="2633700" cy="2519100"/>
          </a:xfrm>
          <a:prstGeom prst="rect">
            <a:avLst/>
          </a:prstGeom>
          <a:noFill/>
          <a:ln>
            <a:noFill/>
          </a:ln>
        </p:spPr>
        <p:txBody>
          <a:bodyPr spcFirstLastPara="1" wrap="square" lIns="487600" tIns="487600" rIns="487600" bIns="487600" anchor="ctr" anchorCtr="0">
            <a:noAutofit/>
          </a:bodyPr>
          <a:lstStyle>
            <a:lvl1pPr lvl="0" algn="r">
              <a:buNone/>
              <a:defRPr sz="5300">
                <a:solidFill>
                  <a:schemeClr val="dk2"/>
                </a:solidFill>
              </a:defRPr>
            </a:lvl1pPr>
            <a:lvl2pPr lvl="1" algn="r">
              <a:buNone/>
              <a:defRPr sz="5300">
                <a:solidFill>
                  <a:schemeClr val="dk2"/>
                </a:solidFill>
              </a:defRPr>
            </a:lvl2pPr>
            <a:lvl3pPr lvl="2" algn="r">
              <a:buNone/>
              <a:defRPr sz="5300">
                <a:solidFill>
                  <a:schemeClr val="dk2"/>
                </a:solidFill>
              </a:defRPr>
            </a:lvl3pPr>
            <a:lvl4pPr lvl="3" algn="r">
              <a:buNone/>
              <a:defRPr sz="5300">
                <a:solidFill>
                  <a:schemeClr val="dk2"/>
                </a:solidFill>
              </a:defRPr>
            </a:lvl4pPr>
            <a:lvl5pPr lvl="4" algn="r">
              <a:buNone/>
              <a:defRPr sz="5300">
                <a:solidFill>
                  <a:schemeClr val="dk2"/>
                </a:solidFill>
              </a:defRPr>
            </a:lvl5pPr>
            <a:lvl6pPr lvl="5" algn="r">
              <a:buNone/>
              <a:defRPr sz="5300">
                <a:solidFill>
                  <a:schemeClr val="dk2"/>
                </a:solidFill>
              </a:defRPr>
            </a:lvl6pPr>
            <a:lvl7pPr lvl="6" algn="r">
              <a:buNone/>
              <a:defRPr sz="5300">
                <a:solidFill>
                  <a:schemeClr val="dk2"/>
                </a:solidFill>
              </a:defRPr>
            </a:lvl7pPr>
            <a:lvl8pPr lvl="7" algn="r">
              <a:buNone/>
              <a:defRPr sz="5300">
                <a:solidFill>
                  <a:schemeClr val="dk2"/>
                </a:solidFill>
              </a:defRPr>
            </a:lvl8pPr>
            <a:lvl9pPr lvl="8" algn="r">
              <a:buNone/>
              <a:defRPr sz="5300">
                <a:solidFill>
                  <a:schemeClr val="dk2"/>
                </a:solidFill>
              </a:defRPr>
            </a:lvl9pPr>
          </a:lstStyle>
          <a:p>
            <a:fld id="{00000000-1234-1234-1234-123412341234}" type="slidenum">
              <a:rPr lang="en-GB" smtClean="0"/>
              <a:pPr/>
              <a:t>‹nr.›</a:t>
            </a:fld>
            <a:endParaRPr lang="en-GB"/>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54"/>
        <p:cNvGrpSpPr/>
        <p:nvPr/>
      </p:nvGrpSpPr>
      <p:grpSpPr>
        <a:xfrm>
          <a:off x="0" y="0"/>
          <a:ext cx="0" cy="0"/>
          <a:chOff x="0" y="0"/>
          <a:chExt cx="0" cy="0"/>
        </a:xfrm>
      </p:grpSpPr>
      <p:sp>
        <p:nvSpPr>
          <p:cNvPr id="55" name="Google Shape;55;p13"/>
          <p:cNvSpPr/>
          <p:nvPr/>
        </p:nvSpPr>
        <p:spPr>
          <a:xfrm>
            <a:off x="6946083" y="941730"/>
            <a:ext cx="35915700" cy="4310400"/>
          </a:xfrm>
          <a:prstGeom prst="rect">
            <a:avLst/>
          </a:prstGeom>
          <a:solidFill>
            <a:schemeClr val="accent5"/>
          </a:solidFill>
          <a:ln>
            <a:noFill/>
          </a:ln>
        </p:spPr>
        <p:txBody>
          <a:bodyPr spcFirstLastPara="1" wrap="square" lIns="91425" tIns="91425" rIns="91425" bIns="91425" anchor="ctr" anchorCtr="0">
            <a:noAutofit/>
          </a:bodyPr>
          <a:lstStyle/>
          <a:p>
            <a:endParaRPr/>
          </a:p>
        </p:txBody>
      </p:sp>
      <p:sp>
        <p:nvSpPr>
          <p:cNvPr id="56" name="Google Shape;56;p13"/>
          <p:cNvSpPr/>
          <p:nvPr/>
        </p:nvSpPr>
        <p:spPr>
          <a:xfrm>
            <a:off x="1791425" y="911951"/>
            <a:ext cx="5025600" cy="4892400"/>
          </a:xfrm>
          <a:prstGeom prst="rect">
            <a:avLst/>
          </a:prstGeom>
          <a:solidFill>
            <a:srgbClr val="FFFFFF"/>
          </a:solidFill>
          <a:ln>
            <a:noFill/>
          </a:ln>
        </p:spPr>
        <p:txBody>
          <a:bodyPr spcFirstLastPara="1" wrap="square" lIns="91425" tIns="91425" rIns="91425" bIns="91425" anchor="ctr" anchorCtr="0">
            <a:noAutofit/>
          </a:bodyPr>
          <a:lstStyle/>
          <a:p>
            <a:endParaRPr/>
          </a:p>
        </p:txBody>
      </p:sp>
      <p:sp>
        <p:nvSpPr>
          <p:cNvPr id="57" name="Google Shape;57;p13"/>
          <p:cNvSpPr/>
          <p:nvPr/>
        </p:nvSpPr>
        <p:spPr>
          <a:xfrm>
            <a:off x="15045430" y="5454503"/>
            <a:ext cx="13879500" cy="26510399"/>
          </a:xfrm>
          <a:prstGeom prst="rect">
            <a:avLst/>
          </a:prstGeom>
          <a:solidFill>
            <a:srgbClr val="FFFFFF"/>
          </a:solidFill>
          <a:ln>
            <a:noFill/>
          </a:ln>
        </p:spPr>
        <p:txBody>
          <a:bodyPr spcFirstLastPara="1" wrap="square" lIns="91425" tIns="91425" rIns="91425" bIns="91425" anchor="ctr" anchorCtr="0">
            <a:noAutofit/>
          </a:bodyPr>
          <a:lstStyle/>
          <a:p>
            <a:pPr>
              <a:buSzPts val="1100"/>
            </a:pPr>
            <a:r>
              <a:rPr lang="en-GB" dirty="0"/>
              <a:t> w</a:t>
            </a:r>
            <a:endParaRPr dirty="0"/>
          </a:p>
        </p:txBody>
      </p:sp>
      <p:sp>
        <p:nvSpPr>
          <p:cNvPr id="58" name="Google Shape;58;p13"/>
          <p:cNvSpPr/>
          <p:nvPr/>
        </p:nvSpPr>
        <p:spPr>
          <a:xfrm>
            <a:off x="955664" y="5433876"/>
            <a:ext cx="13879500" cy="26510399"/>
          </a:xfrm>
          <a:prstGeom prst="rect">
            <a:avLst/>
          </a:prstGeom>
          <a:solidFill>
            <a:srgbClr val="FFFFFF"/>
          </a:solidFill>
          <a:ln>
            <a:noFill/>
          </a:ln>
        </p:spPr>
        <p:txBody>
          <a:bodyPr spcFirstLastPara="1" wrap="square" lIns="91425" tIns="91425" rIns="91425" bIns="91425" anchor="ctr" anchorCtr="0">
            <a:noAutofit/>
          </a:bodyPr>
          <a:lstStyle/>
          <a:p>
            <a:endParaRPr/>
          </a:p>
        </p:txBody>
      </p:sp>
      <p:sp>
        <p:nvSpPr>
          <p:cNvPr id="59" name="Google Shape;59;p13"/>
          <p:cNvSpPr/>
          <p:nvPr/>
        </p:nvSpPr>
        <p:spPr>
          <a:xfrm>
            <a:off x="29120051" y="5454503"/>
            <a:ext cx="13879500" cy="26510399"/>
          </a:xfrm>
          <a:prstGeom prst="rect">
            <a:avLst/>
          </a:prstGeom>
          <a:solidFill>
            <a:srgbClr val="FFFFFF"/>
          </a:solidFill>
          <a:ln>
            <a:noFill/>
          </a:ln>
        </p:spPr>
        <p:txBody>
          <a:bodyPr spcFirstLastPara="1" wrap="square" lIns="91425" tIns="91425" rIns="91425" bIns="91425" anchor="ctr" anchorCtr="0">
            <a:noAutofit/>
          </a:bodyPr>
          <a:lstStyle/>
          <a:p>
            <a:endParaRPr/>
          </a:p>
        </p:txBody>
      </p:sp>
      <p:sp>
        <p:nvSpPr>
          <p:cNvPr id="60" name="Google Shape;60;p13"/>
          <p:cNvSpPr txBox="1"/>
          <p:nvPr/>
        </p:nvSpPr>
        <p:spPr>
          <a:xfrm>
            <a:off x="7711973" y="1515014"/>
            <a:ext cx="27313500" cy="1269900"/>
          </a:xfrm>
          <a:prstGeom prst="rect">
            <a:avLst/>
          </a:prstGeom>
          <a:noFill/>
          <a:ln>
            <a:noFill/>
          </a:ln>
        </p:spPr>
        <p:txBody>
          <a:bodyPr spcFirstLastPara="1" wrap="square" lIns="91425" tIns="91425" rIns="91425" bIns="91425" anchor="t" anchorCtr="0">
            <a:noAutofit/>
          </a:bodyPr>
          <a:lstStyle/>
          <a:p>
            <a:pPr algn="l"/>
            <a:r>
              <a:rPr lang="en-GB" sz="5400" b="1" dirty="0">
                <a:solidFill>
                  <a:schemeClr val="bg1"/>
                </a:solidFill>
                <a:latin typeface="Merriweather" panose="020B0604020202020204" pitchFamily="2" charset="0"/>
              </a:rPr>
              <a:t>Reduced CYFIP1 in Human Neural Progenitors Results in Dysregulation of Schizophrenia and Epilepsy Gene Networks</a:t>
            </a:r>
          </a:p>
          <a:p>
            <a:endParaRPr sz="9600" dirty="0">
              <a:latin typeface="Oswald"/>
              <a:ea typeface="Oswald"/>
              <a:cs typeface="Oswald"/>
              <a:sym typeface="Oswald"/>
            </a:endParaRPr>
          </a:p>
        </p:txBody>
      </p:sp>
      <p:sp>
        <p:nvSpPr>
          <p:cNvPr id="61" name="Google Shape;61;p13"/>
          <p:cNvSpPr txBox="1"/>
          <p:nvPr/>
        </p:nvSpPr>
        <p:spPr>
          <a:xfrm>
            <a:off x="7794132" y="3308400"/>
            <a:ext cx="34077599" cy="1231200"/>
          </a:xfrm>
          <a:prstGeom prst="rect">
            <a:avLst/>
          </a:prstGeom>
          <a:noFill/>
          <a:ln>
            <a:noFill/>
          </a:ln>
        </p:spPr>
        <p:txBody>
          <a:bodyPr spcFirstLastPara="1" wrap="square" lIns="91425" tIns="91425" rIns="91425" bIns="91425" anchor="t" anchorCtr="0">
            <a:noAutofit/>
          </a:bodyPr>
          <a:lstStyle/>
          <a:p>
            <a:pPr>
              <a:lnSpc>
                <a:spcPct val="115000"/>
              </a:lnSpc>
            </a:pPr>
            <a:r>
              <a:rPr lang="en" sz="5000" dirty="0">
                <a:solidFill>
                  <a:srgbClr val="FFFFFF"/>
                </a:solidFill>
                <a:latin typeface="+mj-lt"/>
                <a:ea typeface="Droid Serif"/>
                <a:cs typeface="Droid Serif"/>
                <a:sym typeface="Droid Serif"/>
              </a:rPr>
              <a:t>Marije Hibma, 380607, BFV2  | </a:t>
            </a:r>
            <a:r>
              <a:rPr lang="en" sz="5000" dirty="0">
                <a:solidFill>
                  <a:schemeClr val="lt1"/>
                </a:solidFill>
                <a:latin typeface="+mj-lt"/>
                <a:ea typeface="Droid Serif"/>
                <a:cs typeface="Droid Serif"/>
                <a:sym typeface="Droid Serif"/>
              </a:rPr>
              <a:t>Hanzehogeschool, Groningen</a:t>
            </a:r>
            <a:endParaRPr sz="5000" dirty="0">
              <a:solidFill>
                <a:schemeClr val="lt1"/>
              </a:solidFill>
              <a:latin typeface="+mj-lt"/>
              <a:ea typeface="Droid Serif"/>
              <a:cs typeface="Droid Serif"/>
              <a:sym typeface="Droid Serif"/>
            </a:endParaRPr>
          </a:p>
          <a:p>
            <a:pPr>
              <a:lnSpc>
                <a:spcPct val="115000"/>
              </a:lnSpc>
            </a:pPr>
            <a:endParaRPr sz="5000" dirty="0">
              <a:solidFill>
                <a:srgbClr val="FFFFFF"/>
              </a:solidFill>
              <a:latin typeface="Droid Serif"/>
              <a:ea typeface="Droid Serif"/>
              <a:cs typeface="Droid Serif"/>
              <a:sym typeface="Droid Serif"/>
            </a:endParaRPr>
          </a:p>
          <a:p>
            <a:pPr>
              <a:lnSpc>
                <a:spcPct val="115000"/>
              </a:lnSpc>
            </a:pPr>
            <a:endParaRPr sz="8500" dirty="0">
              <a:solidFill>
                <a:srgbClr val="FFFFFF"/>
              </a:solidFill>
              <a:latin typeface="Oswald"/>
              <a:ea typeface="Oswald"/>
              <a:cs typeface="Oswald"/>
              <a:sym typeface="Oswald"/>
            </a:endParaRPr>
          </a:p>
          <a:p>
            <a:pPr>
              <a:buSzPts val="1100"/>
            </a:pPr>
            <a:endParaRPr sz="9600" dirty="0">
              <a:latin typeface="Oswald"/>
              <a:ea typeface="Oswald"/>
              <a:cs typeface="Oswald"/>
              <a:sym typeface="Oswald"/>
            </a:endParaRPr>
          </a:p>
          <a:p>
            <a:pPr>
              <a:lnSpc>
                <a:spcPct val="115000"/>
              </a:lnSpc>
            </a:pPr>
            <a:endParaRPr sz="8500" dirty="0">
              <a:solidFill>
                <a:srgbClr val="FFFFFF"/>
              </a:solidFill>
              <a:latin typeface="Oswald"/>
              <a:ea typeface="Oswald"/>
              <a:cs typeface="Oswald"/>
              <a:sym typeface="Oswald"/>
            </a:endParaRPr>
          </a:p>
          <a:p>
            <a:endParaRPr sz="9600" dirty="0">
              <a:latin typeface="Oswald"/>
              <a:ea typeface="Oswald"/>
              <a:cs typeface="Oswald"/>
              <a:sym typeface="Oswald"/>
            </a:endParaRPr>
          </a:p>
        </p:txBody>
      </p:sp>
      <p:sp>
        <p:nvSpPr>
          <p:cNvPr id="62" name="Google Shape;62;p13"/>
          <p:cNvSpPr txBox="1"/>
          <p:nvPr/>
        </p:nvSpPr>
        <p:spPr>
          <a:xfrm>
            <a:off x="41993578" y="-10836975"/>
            <a:ext cx="12131400" cy="1231200"/>
          </a:xfrm>
          <a:prstGeom prst="rect">
            <a:avLst/>
          </a:prstGeom>
          <a:noFill/>
          <a:ln>
            <a:noFill/>
          </a:ln>
        </p:spPr>
        <p:txBody>
          <a:bodyPr spcFirstLastPara="1" wrap="square" lIns="91425" tIns="91425" rIns="91425" bIns="91425" anchor="t" anchorCtr="0">
            <a:noAutofit/>
          </a:bodyPr>
          <a:lstStyle/>
          <a:p>
            <a:pPr>
              <a:lnSpc>
                <a:spcPct val="115000"/>
              </a:lnSpc>
            </a:pPr>
            <a:endParaRPr sz="6000">
              <a:solidFill>
                <a:srgbClr val="D0E0E3"/>
              </a:solidFill>
              <a:latin typeface="Droid Serif"/>
              <a:ea typeface="Droid Serif"/>
              <a:cs typeface="Droid Serif"/>
              <a:sym typeface="Droid Serif"/>
            </a:endParaRPr>
          </a:p>
          <a:p>
            <a:pPr>
              <a:lnSpc>
                <a:spcPct val="115000"/>
              </a:lnSpc>
            </a:pPr>
            <a:endParaRPr sz="6000">
              <a:solidFill>
                <a:srgbClr val="D0E0E3"/>
              </a:solidFill>
              <a:latin typeface="Droid Serif"/>
              <a:ea typeface="Droid Serif"/>
              <a:cs typeface="Droid Serif"/>
              <a:sym typeface="Droid Serif"/>
            </a:endParaRPr>
          </a:p>
          <a:p>
            <a:pPr>
              <a:lnSpc>
                <a:spcPct val="115000"/>
              </a:lnSpc>
            </a:pPr>
            <a:endParaRPr sz="6000">
              <a:solidFill>
                <a:srgbClr val="D0E0E3"/>
              </a:solidFill>
              <a:latin typeface="Droid Serif"/>
              <a:ea typeface="Droid Serif"/>
              <a:cs typeface="Droid Serif"/>
              <a:sym typeface="Droid Serif"/>
            </a:endParaRPr>
          </a:p>
          <a:p>
            <a:pPr>
              <a:lnSpc>
                <a:spcPct val="115000"/>
              </a:lnSpc>
            </a:pPr>
            <a:endParaRPr sz="8500">
              <a:solidFill>
                <a:srgbClr val="FFFFFF"/>
              </a:solidFill>
              <a:latin typeface="Oswald"/>
              <a:ea typeface="Oswald"/>
              <a:cs typeface="Oswald"/>
              <a:sym typeface="Oswald"/>
            </a:endParaRPr>
          </a:p>
          <a:p>
            <a:endParaRPr sz="9600">
              <a:latin typeface="Oswald"/>
              <a:ea typeface="Oswald"/>
              <a:cs typeface="Oswald"/>
              <a:sym typeface="Oswald"/>
            </a:endParaRPr>
          </a:p>
          <a:p>
            <a:pPr>
              <a:lnSpc>
                <a:spcPct val="115000"/>
              </a:lnSpc>
            </a:pPr>
            <a:endParaRPr sz="8500">
              <a:solidFill>
                <a:srgbClr val="FFFFFF"/>
              </a:solidFill>
              <a:latin typeface="Oswald"/>
              <a:ea typeface="Oswald"/>
              <a:cs typeface="Oswald"/>
              <a:sym typeface="Oswald"/>
            </a:endParaRPr>
          </a:p>
          <a:p>
            <a:endParaRPr sz="9600">
              <a:latin typeface="Oswald"/>
              <a:ea typeface="Oswald"/>
              <a:cs typeface="Oswald"/>
              <a:sym typeface="Oswald"/>
            </a:endParaRPr>
          </a:p>
        </p:txBody>
      </p:sp>
      <p:sp>
        <p:nvSpPr>
          <p:cNvPr id="63" name="Google Shape;63;p13"/>
          <p:cNvSpPr txBox="1"/>
          <p:nvPr/>
        </p:nvSpPr>
        <p:spPr>
          <a:xfrm>
            <a:off x="2039475" y="6496101"/>
            <a:ext cx="11623800" cy="1451100"/>
          </a:xfrm>
          <a:prstGeom prst="rect">
            <a:avLst/>
          </a:prstGeom>
          <a:noFill/>
          <a:ln>
            <a:noFill/>
          </a:ln>
        </p:spPr>
        <p:txBody>
          <a:bodyPr spcFirstLastPara="1" wrap="square" lIns="91425" tIns="91425" rIns="91425" bIns="91425" anchor="t" anchorCtr="0">
            <a:noAutofit/>
          </a:bodyPr>
          <a:lstStyle/>
          <a:p>
            <a:pPr>
              <a:lnSpc>
                <a:spcPct val="115000"/>
              </a:lnSpc>
              <a:buClr>
                <a:schemeClr val="dk1"/>
              </a:buClr>
              <a:buSzPts val="1100"/>
            </a:pPr>
            <a:r>
              <a:rPr lang="en-GB" sz="5400" b="1" dirty="0">
                <a:solidFill>
                  <a:srgbClr val="666666"/>
                </a:solidFill>
                <a:latin typeface="Oswald"/>
                <a:ea typeface="Oswald"/>
                <a:cs typeface="Oswald"/>
                <a:sym typeface="Oswald"/>
              </a:rPr>
              <a:t>Introduction</a:t>
            </a:r>
            <a:endParaRPr sz="5400" b="1" dirty="0">
              <a:solidFill>
                <a:srgbClr val="666666"/>
              </a:solidFill>
              <a:latin typeface="Oswald"/>
              <a:ea typeface="Oswald"/>
              <a:cs typeface="Oswald"/>
              <a:sym typeface="Oswald"/>
            </a:endParaRPr>
          </a:p>
          <a:p>
            <a:endParaRPr dirty="0">
              <a:latin typeface="Oswald"/>
              <a:ea typeface="Oswald"/>
              <a:cs typeface="Oswald"/>
              <a:sym typeface="Oswald"/>
            </a:endParaRPr>
          </a:p>
        </p:txBody>
      </p:sp>
      <p:sp>
        <p:nvSpPr>
          <p:cNvPr id="64" name="Google Shape;64;p13"/>
          <p:cNvSpPr/>
          <p:nvPr/>
        </p:nvSpPr>
        <p:spPr>
          <a:xfrm>
            <a:off x="896451" y="31573800"/>
            <a:ext cx="13879500" cy="391200"/>
          </a:xfrm>
          <a:prstGeom prst="rect">
            <a:avLst/>
          </a:prstGeom>
          <a:solidFill>
            <a:schemeClr val="accent5"/>
          </a:solidFill>
          <a:ln>
            <a:noFill/>
          </a:ln>
        </p:spPr>
        <p:txBody>
          <a:bodyPr spcFirstLastPara="1" wrap="square" lIns="91425" tIns="91425" rIns="91425" bIns="91425" anchor="ctr" anchorCtr="0">
            <a:noAutofit/>
          </a:bodyPr>
          <a:lstStyle/>
          <a:p>
            <a:endParaRPr/>
          </a:p>
        </p:txBody>
      </p:sp>
      <p:sp>
        <p:nvSpPr>
          <p:cNvPr id="65" name="Google Shape;65;p13"/>
          <p:cNvSpPr/>
          <p:nvPr/>
        </p:nvSpPr>
        <p:spPr>
          <a:xfrm>
            <a:off x="15030285" y="31573800"/>
            <a:ext cx="13879500" cy="391200"/>
          </a:xfrm>
          <a:prstGeom prst="rect">
            <a:avLst/>
          </a:prstGeom>
          <a:solidFill>
            <a:schemeClr val="accent5"/>
          </a:solidFill>
          <a:ln>
            <a:noFill/>
          </a:ln>
        </p:spPr>
        <p:txBody>
          <a:bodyPr spcFirstLastPara="1" wrap="square" lIns="91425" tIns="91425" rIns="91425" bIns="91425" anchor="ctr" anchorCtr="0">
            <a:noAutofit/>
          </a:bodyPr>
          <a:lstStyle/>
          <a:p>
            <a:endParaRPr>
              <a:solidFill>
                <a:schemeClr val="accent5"/>
              </a:solidFill>
            </a:endParaRPr>
          </a:p>
        </p:txBody>
      </p:sp>
      <p:sp>
        <p:nvSpPr>
          <p:cNvPr id="66" name="Google Shape;66;p13"/>
          <p:cNvSpPr/>
          <p:nvPr/>
        </p:nvSpPr>
        <p:spPr>
          <a:xfrm>
            <a:off x="29120054" y="31573800"/>
            <a:ext cx="13879500" cy="391200"/>
          </a:xfrm>
          <a:prstGeom prst="rect">
            <a:avLst/>
          </a:prstGeom>
          <a:solidFill>
            <a:schemeClr val="accent5"/>
          </a:solidFill>
          <a:ln>
            <a:noFill/>
          </a:ln>
        </p:spPr>
        <p:txBody>
          <a:bodyPr spcFirstLastPara="1" wrap="square" lIns="91425" tIns="91425" rIns="91425" bIns="91425" anchor="ctr" anchorCtr="0">
            <a:noAutofit/>
          </a:bodyPr>
          <a:lstStyle/>
          <a:p>
            <a:endParaRPr/>
          </a:p>
        </p:txBody>
      </p:sp>
      <p:sp>
        <p:nvSpPr>
          <p:cNvPr id="67" name="Google Shape;67;p13"/>
          <p:cNvSpPr txBox="1"/>
          <p:nvPr/>
        </p:nvSpPr>
        <p:spPr>
          <a:xfrm>
            <a:off x="2039471" y="20787551"/>
            <a:ext cx="10285800" cy="920700"/>
          </a:xfrm>
          <a:prstGeom prst="rect">
            <a:avLst/>
          </a:prstGeom>
          <a:noFill/>
          <a:ln>
            <a:noFill/>
          </a:ln>
        </p:spPr>
        <p:txBody>
          <a:bodyPr spcFirstLastPara="1" wrap="square" lIns="91425" tIns="91425" rIns="91425" bIns="91425" anchor="t" anchorCtr="0">
            <a:noAutofit/>
          </a:bodyPr>
          <a:lstStyle/>
          <a:p>
            <a:pPr>
              <a:lnSpc>
                <a:spcPct val="115000"/>
              </a:lnSpc>
            </a:pPr>
            <a:r>
              <a:rPr lang="en-GB" sz="5400" b="1" dirty="0">
                <a:solidFill>
                  <a:srgbClr val="666666"/>
                </a:solidFill>
                <a:latin typeface="Oswald"/>
                <a:ea typeface="Oswald"/>
                <a:cs typeface="Oswald"/>
                <a:sym typeface="Oswald"/>
              </a:rPr>
              <a:t>Goal of this project</a:t>
            </a:r>
            <a:endParaRPr sz="5400" b="1" dirty="0">
              <a:solidFill>
                <a:srgbClr val="666666"/>
              </a:solidFill>
              <a:latin typeface="Oswald"/>
              <a:ea typeface="Oswald"/>
              <a:cs typeface="Oswald"/>
              <a:sym typeface="Oswald"/>
            </a:endParaRPr>
          </a:p>
          <a:p>
            <a:endParaRPr dirty="0">
              <a:latin typeface="Oswald"/>
              <a:ea typeface="Oswald"/>
              <a:cs typeface="Oswald"/>
              <a:sym typeface="Oswald"/>
            </a:endParaRPr>
          </a:p>
        </p:txBody>
      </p:sp>
      <p:sp>
        <p:nvSpPr>
          <p:cNvPr id="68" name="Google Shape;68;p13"/>
          <p:cNvSpPr txBox="1"/>
          <p:nvPr/>
        </p:nvSpPr>
        <p:spPr>
          <a:xfrm>
            <a:off x="2039479" y="7718599"/>
            <a:ext cx="10285800" cy="6406500"/>
          </a:xfrm>
          <a:prstGeom prst="rect">
            <a:avLst/>
          </a:prstGeom>
          <a:noFill/>
          <a:ln>
            <a:noFill/>
          </a:ln>
        </p:spPr>
        <p:txBody>
          <a:bodyPr spcFirstLastPara="1" wrap="square" lIns="91425" tIns="91425" rIns="91425" bIns="91425" anchor="t" anchorCtr="0">
            <a:noAutofit/>
          </a:bodyPr>
          <a:lstStyle/>
          <a:p>
            <a:pPr>
              <a:lnSpc>
                <a:spcPct val="115000"/>
              </a:lnSpc>
            </a:pPr>
            <a:r>
              <a:rPr lang="en-GB" sz="2400" dirty="0" err="1">
                <a:latin typeface="+mj-lt"/>
                <a:ea typeface="Oswald"/>
                <a:cs typeface="Oswald"/>
                <a:sym typeface="Oswald"/>
              </a:rPr>
              <a:t>dfdfdgfgdgdfgdfg</a:t>
            </a:r>
            <a:endParaRPr sz="2400" dirty="0">
              <a:latin typeface="+mj-lt"/>
              <a:ea typeface="Oswald"/>
              <a:cs typeface="Oswald"/>
              <a:sym typeface="Oswald"/>
            </a:endParaRPr>
          </a:p>
        </p:txBody>
      </p:sp>
      <p:sp>
        <p:nvSpPr>
          <p:cNvPr id="69" name="Google Shape;69;p13"/>
          <p:cNvSpPr txBox="1"/>
          <p:nvPr/>
        </p:nvSpPr>
        <p:spPr>
          <a:xfrm>
            <a:off x="2039479" y="21980926"/>
            <a:ext cx="10285800" cy="4066500"/>
          </a:xfrm>
          <a:prstGeom prst="rect">
            <a:avLst/>
          </a:prstGeom>
          <a:noFill/>
          <a:ln>
            <a:noFill/>
          </a:ln>
        </p:spPr>
        <p:txBody>
          <a:bodyPr spcFirstLastPara="1" wrap="square" lIns="91425" tIns="91425" rIns="91425" bIns="91425" anchor="t" anchorCtr="0">
            <a:noAutofit/>
          </a:bodyPr>
          <a:lstStyle/>
          <a:p>
            <a:pPr>
              <a:buClr>
                <a:schemeClr val="dk1"/>
              </a:buClr>
              <a:buSzPts val="1100"/>
            </a:pPr>
            <a:r>
              <a:rPr lang="en-GB" sz="2400" dirty="0">
                <a:solidFill>
                  <a:srgbClr val="434343"/>
                </a:solidFill>
                <a:latin typeface="+mj-lt"/>
                <a:ea typeface="Droid Serif"/>
                <a:cs typeface="Droid Serif"/>
                <a:sym typeface="Droid Serif"/>
              </a:rPr>
              <a:t>The goal of this project was to recreate some of the figures and volcano plots from a research of choice. In my case I chose to recreate the Venn diagrams found in the research paper. What this is supposed to show is that only a small part of the genes are similarly dysregulated in response to CYFIP1 knockdown across all three of the NPC lines that were evaluated (up- vs downregulated). The diagrams from the research paper can be seen below (images 1 &amp; 2).</a:t>
            </a:r>
          </a:p>
          <a:p>
            <a:pPr>
              <a:buClr>
                <a:schemeClr val="dk1"/>
              </a:buClr>
              <a:buSzPts val="1100"/>
            </a:pPr>
            <a:endParaRPr lang="en-GB" sz="2400" dirty="0">
              <a:solidFill>
                <a:srgbClr val="434343"/>
              </a:solidFill>
              <a:latin typeface="Droid Serif"/>
              <a:ea typeface="Droid Serif"/>
              <a:cs typeface="Droid Serif"/>
              <a:sym typeface="Droid Serif"/>
            </a:endParaRPr>
          </a:p>
        </p:txBody>
      </p:sp>
      <p:sp>
        <p:nvSpPr>
          <p:cNvPr id="70" name="Google Shape;70;p13"/>
          <p:cNvSpPr txBox="1"/>
          <p:nvPr/>
        </p:nvSpPr>
        <p:spPr>
          <a:xfrm>
            <a:off x="1921679" y="28490984"/>
            <a:ext cx="10285800" cy="1231200"/>
          </a:xfrm>
          <a:prstGeom prst="rect">
            <a:avLst/>
          </a:prstGeom>
          <a:noFill/>
          <a:ln>
            <a:noFill/>
          </a:ln>
        </p:spPr>
        <p:txBody>
          <a:bodyPr spcFirstLastPara="1" wrap="square" lIns="91425" tIns="91425" rIns="91425" bIns="91425" anchor="t" anchorCtr="0">
            <a:noAutofit/>
          </a:bodyPr>
          <a:lstStyle/>
          <a:p>
            <a:r>
              <a:rPr lang="en" sz="1600" i="1" dirty="0">
                <a:solidFill>
                  <a:srgbClr val="434343"/>
                </a:solidFill>
                <a:latin typeface="+mj-lt"/>
                <a:ea typeface="Droid Serif"/>
                <a:cs typeface="Droid Serif"/>
                <a:sym typeface="Droid Serif"/>
              </a:rPr>
              <a:t>Image 1: </a:t>
            </a:r>
            <a:r>
              <a:rPr lang="en" sz="1800" i="1" dirty="0">
                <a:solidFill>
                  <a:srgbClr val="434343"/>
                </a:solidFill>
                <a:latin typeface="+mj-lt"/>
                <a:ea typeface="Droid Serif"/>
                <a:cs typeface="Droid Serif"/>
                <a:sym typeface="Droid Serif"/>
              </a:rPr>
              <a:t>Upregulated					Image 2: Downregulated</a:t>
            </a:r>
            <a:endParaRPr sz="1600" i="1" dirty="0">
              <a:solidFill>
                <a:srgbClr val="434343"/>
              </a:solidFill>
              <a:latin typeface="+mj-lt"/>
              <a:ea typeface="Droid Serif"/>
              <a:cs typeface="Droid Serif"/>
              <a:sym typeface="Droid Serif"/>
            </a:endParaRPr>
          </a:p>
        </p:txBody>
      </p:sp>
      <p:sp>
        <p:nvSpPr>
          <p:cNvPr id="71" name="Google Shape;71;p13"/>
          <p:cNvSpPr txBox="1"/>
          <p:nvPr/>
        </p:nvSpPr>
        <p:spPr>
          <a:xfrm>
            <a:off x="16173275" y="6519384"/>
            <a:ext cx="8084400" cy="1451100"/>
          </a:xfrm>
          <a:prstGeom prst="rect">
            <a:avLst/>
          </a:prstGeom>
          <a:noFill/>
          <a:ln>
            <a:noFill/>
          </a:ln>
        </p:spPr>
        <p:txBody>
          <a:bodyPr spcFirstLastPara="1" wrap="square" lIns="91425" tIns="91425" rIns="91425" bIns="91425" anchor="t" anchorCtr="0">
            <a:noAutofit/>
          </a:bodyPr>
          <a:lstStyle/>
          <a:p>
            <a:pPr>
              <a:lnSpc>
                <a:spcPct val="115000"/>
              </a:lnSpc>
            </a:pPr>
            <a:r>
              <a:rPr lang="en" sz="5400" b="1" dirty="0">
                <a:solidFill>
                  <a:srgbClr val="666666"/>
                </a:solidFill>
                <a:latin typeface="Oswald"/>
                <a:ea typeface="Oswald"/>
                <a:cs typeface="Oswald"/>
                <a:sym typeface="Oswald"/>
              </a:rPr>
              <a:t>Results</a:t>
            </a:r>
            <a:endParaRPr sz="5400" b="1" dirty="0">
              <a:solidFill>
                <a:srgbClr val="666666"/>
              </a:solidFill>
              <a:latin typeface="Oswald"/>
              <a:ea typeface="Oswald"/>
              <a:cs typeface="Oswald"/>
              <a:sym typeface="Oswald"/>
            </a:endParaRPr>
          </a:p>
          <a:p>
            <a:endParaRPr dirty="0">
              <a:latin typeface="Oswald"/>
              <a:ea typeface="Oswald"/>
              <a:cs typeface="Oswald"/>
              <a:sym typeface="Oswald"/>
            </a:endParaRPr>
          </a:p>
        </p:txBody>
      </p:sp>
      <p:sp>
        <p:nvSpPr>
          <p:cNvPr id="72" name="Google Shape;72;p13"/>
          <p:cNvSpPr txBox="1"/>
          <p:nvPr/>
        </p:nvSpPr>
        <p:spPr>
          <a:xfrm>
            <a:off x="16173275" y="7753348"/>
            <a:ext cx="10285800" cy="5513400"/>
          </a:xfrm>
          <a:prstGeom prst="rect">
            <a:avLst/>
          </a:prstGeom>
          <a:noFill/>
          <a:ln>
            <a:noFill/>
          </a:ln>
        </p:spPr>
        <p:txBody>
          <a:bodyPr spcFirstLastPara="1" wrap="square" lIns="91425" tIns="91425" rIns="91425" bIns="91425" anchor="t" anchorCtr="0">
            <a:noAutofit/>
          </a:bodyPr>
          <a:lstStyle/>
          <a:p>
            <a:pPr>
              <a:lnSpc>
                <a:spcPct val="115000"/>
              </a:lnSpc>
            </a:pPr>
            <a:r>
              <a:rPr lang="en-GB" sz="2400" dirty="0">
                <a:solidFill>
                  <a:srgbClr val="434343"/>
                </a:solidFill>
                <a:latin typeface="Arial" panose="020B0604020202020204" pitchFamily="34" charset="0"/>
                <a:ea typeface="Droid Serif"/>
                <a:cs typeface="Arial" panose="020B0604020202020204" pitchFamily="34" charset="0"/>
                <a:sym typeface="Droid Serif"/>
              </a:rPr>
              <a:t>Before the results could be generated. The data had to be processed</a:t>
            </a:r>
            <a:r>
              <a:rPr lang="en-GB" sz="2400" dirty="0">
                <a:solidFill>
                  <a:srgbClr val="434343"/>
                </a:solidFill>
                <a:latin typeface="Droid Serif"/>
                <a:ea typeface="Droid Serif"/>
                <a:cs typeface="Droid Serif"/>
                <a:sym typeface="Droid Serif"/>
              </a:rPr>
              <a:t>. </a:t>
            </a:r>
            <a:endParaRPr sz="2400" dirty="0">
              <a:solidFill>
                <a:srgbClr val="434343"/>
              </a:solidFill>
              <a:latin typeface="Droid Serif"/>
              <a:ea typeface="Droid Serif"/>
              <a:cs typeface="Droid Serif"/>
              <a:sym typeface="Droid Serif"/>
            </a:endParaRPr>
          </a:p>
        </p:txBody>
      </p:sp>
      <p:sp>
        <p:nvSpPr>
          <p:cNvPr id="74" name="Google Shape;74;p13"/>
          <p:cNvSpPr txBox="1"/>
          <p:nvPr/>
        </p:nvSpPr>
        <p:spPr>
          <a:xfrm>
            <a:off x="16173275" y="13846523"/>
            <a:ext cx="10285800" cy="3288300"/>
          </a:xfrm>
          <a:prstGeom prst="rect">
            <a:avLst/>
          </a:prstGeom>
          <a:noFill/>
          <a:ln>
            <a:noFill/>
          </a:ln>
        </p:spPr>
        <p:txBody>
          <a:bodyPr spcFirstLastPara="1" wrap="square" lIns="91425" tIns="91425" rIns="91425" bIns="91425" anchor="t" anchorCtr="0">
            <a:noAutofit/>
          </a:bodyPr>
          <a:lstStyle/>
          <a:p>
            <a:pPr>
              <a:lnSpc>
                <a:spcPct val="115000"/>
              </a:lnSpc>
            </a:pPr>
            <a:endParaRPr sz="2400" dirty="0">
              <a:solidFill>
                <a:srgbClr val="434343"/>
              </a:solidFill>
              <a:latin typeface="Droid Serif"/>
              <a:ea typeface="Droid Serif"/>
              <a:cs typeface="Droid Serif"/>
              <a:sym typeface="Droid Serif"/>
            </a:endParaRPr>
          </a:p>
        </p:txBody>
      </p:sp>
      <p:sp>
        <p:nvSpPr>
          <p:cNvPr id="77" name="Google Shape;77;p13"/>
          <p:cNvSpPr txBox="1"/>
          <p:nvPr/>
        </p:nvSpPr>
        <p:spPr>
          <a:xfrm>
            <a:off x="30280439" y="6550089"/>
            <a:ext cx="8084400" cy="1451100"/>
          </a:xfrm>
          <a:prstGeom prst="rect">
            <a:avLst/>
          </a:prstGeom>
          <a:noFill/>
          <a:ln>
            <a:noFill/>
          </a:ln>
        </p:spPr>
        <p:txBody>
          <a:bodyPr spcFirstLastPara="1" wrap="square" lIns="91425" tIns="91425" rIns="91425" bIns="91425" anchor="t" anchorCtr="0">
            <a:noAutofit/>
          </a:bodyPr>
          <a:lstStyle/>
          <a:p>
            <a:pPr>
              <a:lnSpc>
                <a:spcPct val="115000"/>
              </a:lnSpc>
              <a:buClr>
                <a:schemeClr val="dk1"/>
              </a:buClr>
              <a:buSzPts val="1100"/>
            </a:pPr>
            <a:r>
              <a:rPr lang="en-GB" sz="5400" b="1" dirty="0">
                <a:solidFill>
                  <a:srgbClr val="666666"/>
                </a:solidFill>
                <a:latin typeface="Oswald"/>
                <a:ea typeface="Oswald"/>
                <a:cs typeface="Oswald"/>
                <a:sym typeface="Oswald"/>
              </a:rPr>
              <a:t>Materials &amp; Methods</a:t>
            </a:r>
            <a:endParaRPr sz="5400" b="1" dirty="0">
              <a:solidFill>
                <a:srgbClr val="666666"/>
              </a:solidFill>
              <a:latin typeface="Oswald"/>
              <a:ea typeface="Oswald"/>
              <a:cs typeface="Oswald"/>
              <a:sym typeface="Oswald"/>
            </a:endParaRPr>
          </a:p>
          <a:p>
            <a:endParaRPr dirty="0">
              <a:latin typeface="Oswald"/>
              <a:ea typeface="Oswald"/>
              <a:cs typeface="Oswald"/>
              <a:sym typeface="Oswald"/>
            </a:endParaRPr>
          </a:p>
        </p:txBody>
      </p:sp>
      <p:sp>
        <p:nvSpPr>
          <p:cNvPr id="78" name="Google Shape;78;p13"/>
          <p:cNvSpPr txBox="1"/>
          <p:nvPr/>
        </p:nvSpPr>
        <p:spPr>
          <a:xfrm>
            <a:off x="30280439" y="7772599"/>
            <a:ext cx="10285800" cy="5513400"/>
          </a:xfrm>
          <a:prstGeom prst="rect">
            <a:avLst/>
          </a:prstGeom>
          <a:noFill/>
          <a:ln>
            <a:noFill/>
          </a:ln>
        </p:spPr>
        <p:txBody>
          <a:bodyPr spcFirstLastPara="1" wrap="square" lIns="91425" tIns="91425" rIns="91425" bIns="91425" anchor="t" anchorCtr="0">
            <a:noAutofit/>
          </a:bodyPr>
          <a:lstStyle/>
          <a:p>
            <a:pPr>
              <a:lnSpc>
                <a:spcPct val="115000"/>
              </a:lnSpc>
            </a:pPr>
            <a:r>
              <a:rPr lang="en-GB" sz="2400" dirty="0">
                <a:solidFill>
                  <a:srgbClr val="434343"/>
                </a:solidFill>
                <a:latin typeface="+mj-lt"/>
                <a:ea typeface="Droid Serif"/>
                <a:cs typeface="Droid Serif"/>
                <a:sym typeface="Droid Serif"/>
              </a:rPr>
              <a:t>For this project </a:t>
            </a:r>
            <a:r>
              <a:rPr lang="en-GB" sz="2400" dirty="0" err="1">
                <a:solidFill>
                  <a:srgbClr val="434343"/>
                </a:solidFill>
                <a:latin typeface="+mj-lt"/>
                <a:ea typeface="Droid Serif"/>
                <a:cs typeface="Droid Serif"/>
                <a:sym typeface="Droid Serif"/>
              </a:rPr>
              <a:t>Rstudio</a:t>
            </a:r>
            <a:r>
              <a:rPr lang="en-GB" sz="2400" dirty="0">
                <a:solidFill>
                  <a:srgbClr val="434343"/>
                </a:solidFill>
                <a:latin typeface="+mj-lt"/>
                <a:ea typeface="Droid Serif"/>
                <a:cs typeface="Droid Serif"/>
                <a:sym typeface="Droid Serif"/>
              </a:rPr>
              <a:t> was used to process the data and make the plots. The data used was that which was provided on PubMed. </a:t>
            </a:r>
            <a:endParaRPr sz="2400" dirty="0">
              <a:solidFill>
                <a:srgbClr val="434343"/>
              </a:solidFill>
              <a:latin typeface="+mj-lt"/>
              <a:ea typeface="Droid Serif"/>
              <a:cs typeface="Droid Serif"/>
              <a:sym typeface="Droid Serif"/>
            </a:endParaRPr>
          </a:p>
          <a:p>
            <a:pPr>
              <a:lnSpc>
                <a:spcPct val="115000"/>
              </a:lnSpc>
              <a:buClr>
                <a:schemeClr val="dk1"/>
              </a:buClr>
              <a:buSzPts val="1100"/>
            </a:pPr>
            <a:endParaRPr sz="2400" dirty="0">
              <a:solidFill>
                <a:srgbClr val="434343"/>
              </a:solidFill>
              <a:latin typeface="Droid Serif"/>
              <a:ea typeface="Droid Serif"/>
              <a:cs typeface="Droid Serif"/>
              <a:sym typeface="Droid Serif"/>
            </a:endParaRPr>
          </a:p>
          <a:p>
            <a:pPr>
              <a:lnSpc>
                <a:spcPct val="115000"/>
              </a:lnSpc>
              <a:buClr>
                <a:schemeClr val="dk1"/>
              </a:buClr>
              <a:buSzPts val="1100"/>
            </a:pPr>
            <a:endParaRPr sz="2400" dirty="0">
              <a:solidFill>
                <a:srgbClr val="434343"/>
              </a:solidFill>
              <a:latin typeface="Droid Serif"/>
              <a:ea typeface="Droid Serif"/>
              <a:cs typeface="Droid Serif"/>
              <a:sym typeface="Droid Serif"/>
            </a:endParaRPr>
          </a:p>
          <a:p>
            <a:pPr>
              <a:lnSpc>
                <a:spcPct val="115000"/>
              </a:lnSpc>
              <a:buClr>
                <a:schemeClr val="dk1"/>
              </a:buClr>
              <a:buSzPts val="1100"/>
            </a:pPr>
            <a:endParaRPr sz="2400" dirty="0">
              <a:solidFill>
                <a:srgbClr val="434343"/>
              </a:solidFill>
              <a:latin typeface="Droid Serif"/>
              <a:ea typeface="Droid Serif"/>
              <a:cs typeface="Droid Serif"/>
              <a:sym typeface="Droid Serif"/>
            </a:endParaRPr>
          </a:p>
          <a:p>
            <a:pPr>
              <a:lnSpc>
                <a:spcPct val="115000"/>
              </a:lnSpc>
              <a:buClr>
                <a:schemeClr val="dk1"/>
              </a:buClr>
              <a:buSzPts val="1100"/>
            </a:pPr>
            <a:endParaRPr sz="2400" dirty="0">
              <a:solidFill>
                <a:srgbClr val="434343"/>
              </a:solidFill>
              <a:latin typeface="Droid Serif"/>
              <a:ea typeface="Droid Serif"/>
              <a:cs typeface="Droid Serif"/>
              <a:sym typeface="Droid Serif"/>
            </a:endParaRPr>
          </a:p>
          <a:p>
            <a:pPr>
              <a:lnSpc>
                <a:spcPct val="115000"/>
              </a:lnSpc>
            </a:pPr>
            <a:endParaRPr sz="2400" dirty="0">
              <a:solidFill>
                <a:srgbClr val="434343"/>
              </a:solidFill>
              <a:latin typeface="Droid Serif"/>
              <a:ea typeface="Droid Serif"/>
              <a:cs typeface="Droid Serif"/>
              <a:sym typeface="Droid Serif"/>
            </a:endParaRPr>
          </a:p>
        </p:txBody>
      </p:sp>
      <p:sp>
        <p:nvSpPr>
          <p:cNvPr id="81" name="Google Shape;81;p13"/>
          <p:cNvSpPr txBox="1"/>
          <p:nvPr/>
        </p:nvSpPr>
        <p:spPr>
          <a:xfrm>
            <a:off x="30280439" y="22563076"/>
            <a:ext cx="8084400" cy="1451100"/>
          </a:xfrm>
          <a:prstGeom prst="rect">
            <a:avLst/>
          </a:prstGeom>
          <a:noFill/>
          <a:ln>
            <a:noFill/>
          </a:ln>
        </p:spPr>
        <p:txBody>
          <a:bodyPr spcFirstLastPara="1" wrap="square" lIns="91425" tIns="91425" rIns="91425" bIns="91425" anchor="t" anchorCtr="0">
            <a:noAutofit/>
          </a:bodyPr>
          <a:lstStyle/>
          <a:p>
            <a:pPr>
              <a:lnSpc>
                <a:spcPct val="115000"/>
              </a:lnSpc>
              <a:buClr>
                <a:schemeClr val="dk1"/>
              </a:buClr>
              <a:buSzPts val="1100"/>
            </a:pPr>
            <a:r>
              <a:rPr lang="en" sz="5400" b="1" dirty="0">
                <a:solidFill>
                  <a:srgbClr val="666666"/>
                </a:solidFill>
                <a:latin typeface="Oswald"/>
                <a:ea typeface="Oswald"/>
                <a:cs typeface="Oswald"/>
                <a:sym typeface="Oswald"/>
              </a:rPr>
              <a:t>Conclusion</a:t>
            </a:r>
            <a:endParaRPr sz="5400" b="1" dirty="0">
              <a:solidFill>
                <a:srgbClr val="666666"/>
              </a:solidFill>
              <a:latin typeface="Oswald"/>
              <a:ea typeface="Oswald"/>
              <a:cs typeface="Oswald"/>
              <a:sym typeface="Oswald"/>
            </a:endParaRPr>
          </a:p>
        </p:txBody>
      </p:sp>
      <p:sp>
        <p:nvSpPr>
          <p:cNvPr id="82" name="Google Shape;82;p13"/>
          <p:cNvSpPr txBox="1"/>
          <p:nvPr/>
        </p:nvSpPr>
        <p:spPr>
          <a:xfrm>
            <a:off x="30204308" y="23983453"/>
            <a:ext cx="10285800" cy="6960887"/>
          </a:xfrm>
          <a:prstGeom prst="rect">
            <a:avLst/>
          </a:prstGeom>
          <a:noFill/>
          <a:ln>
            <a:noFill/>
          </a:ln>
        </p:spPr>
        <p:txBody>
          <a:bodyPr spcFirstLastPara="1" wrap="square" lIns="91425" tIns="91425" rIns="91425" bIns="91425" anchor="t" anchorCtr="0">
            <a:noAutofit/>
          </a:bodyPr>
          <a:lstStyle/>
          <a:p>
            <a:pPr>
              <a:lnSpc>
                <a:spcPct val="115000"/>
              </a:lnSpc>
            </a:pPr>
            <a:r>
              <a:rPr lang="en-GB" sz="2400" dirty="0">
                <a:solidFill>
                  <a:srgbClr val="434343"/>
                </a:solidFill>
                <a:latin typeface="+mj-lt"/>
                <a:ea typeface="Droid Serif"/>
                <a:cs typeface="Droid Serif"/>
                <a:sym typeface="Droid Serif"/>
              </a:rPr>
              <a:t>The results of the project did not come out the way it was intended to be. This was due to the fact that the DSeq2 was not  done properly. So as for the conclusion it is hard to write one.   </a:t>
            </a:r>
            <a:endParaRPr sz="2400" dirty="0">
              <a:solidFill>
                <a:srgbClr val="434343"/>
              </a:solidFill>
              <a:latin typeface="+mj-lt"/>
              <a:ea typeface="Droid Serif"/>
              <a:cs typeface="Droid Serif"/>
              <a:sym typeface="Droid Serif"/>
            </a:endParaRPr>
          </a:p>
        </p:txBody>
      </p:sp>
      <p:sp>
        <p:nvSpPr>
          <p:cNvPr id="83" name="Google Shape;83;p13"/>
          <p:cNvSpPr/>
          <p:nvPr/>
        </p:nvSpPr>
        <p:spPr>
          <a:xfrm>
            <a:off x="896475" y="912100"/>
            <a:ext cx="659400" cy="4310400"/>
          </a:xfrm>
          <a:prstGeom prst="rect">
            <a:avLst/>
          </a:prstGeom>
          <a:solidFill>
            <a:schemeClr val="accent5"/>
          </a:solidFill>
          <a:ln>
            <a:noFill/>
          </a:ln>
        </p:spPr>
        <p:txBody>
          <a:bodyPr spcFirstLastPara="1" wrap="square" lIns="91425" tIns="91425" rIns="91425" bIns="91425" anchor="ctr" anchorCtr="0">
            <a:noAutofit/>
          </a:bodyPr>
          <a:lstStyle/>
          <a:p>
            <a:endParaRPr/>
          </a:p>
        </p:txBody>
      </p:sp>
      <p:sp>
        <p:nvSpPr>
          <p:cNvPr id="86" name="Google Shape;86;p13"/>
          <p:cNvSpPr txBox="1"/>
          <p:nvPr/>
        </p:nvSpPr>
        <p:spPr>
          <a:xfrm>
            <a:off x="818940" y="32150482"/>
            <a:ext cx="39747299" cy="920700"/>
          </a:xfrm>
          <a:prstGeom prst="rect">
            <a:avLst/>
          </a:prstGeom>
          <a:noFill/>
          <a:ln>
            <a:noFill/>
          </a:ln>
        </p:spPr>
        <p:txBody>
          <a:bodyPr spcFirstLastPara="1" wrap="square" lIns="91425" tIns="91425" rIns="91425" bIns="91425" anchor="ctr" anchorCtr="0">
            <a:noAutofit/>
          </a:bodyPr>
          <a:lstStyle/>
          <a:p>
            <a:pPr algn="r">
              <a:lnSpc>
                <a:spcPct val="115000"/>
              </a:lnSpc>
            </a:pPr>
            <a:r>
              <a:rPr lang="en" sz="2400" dirty="0">
                <a:solidFill>
                  <a:srgbClr val="FFFFFF"/>
                </a:solidFill>
                <a:latin typeface="Droid Serif"/>
                <a:ea typeface="Droid Serif"/>
                <a:cs typeface="Droid Serif"/>
                <a:sym typeface="Droid Serif"/>
              </a:rPr>
              <a:t>.</a:t>
            </a:r>
            <a:endParaRPr dirty="0">
              <a:solidFill>
                <a:srgbClr val="FFFFFF"/>
              </a:solidFill>
            </a:endParaRPr>
          </a:p>
        </p:txBody>
      </p:sp>
      <p:sp>
        <p:nvSpPr>
          <p:cNvPr id="89" name="Google Shape;89;p13"/>
          <p:cNvSpPr txBox="1"/>
          <p:nvPr/>
        </p:nvSpPr>
        <p:spPr>
          <a:xfrm>
            <a:off x="2500126" y="1438151"/>
            <a:ext cx="3635100" cy="3288300"/>
          </a:xfrm>
          <a:prstGeom prst="rect">
            <a:avLst/>
          </a:prstGeom>
          <a:noFill/>
          <a:ln>
            <a:noFill/>
          </a:ln>
        </p:spPr>
        <p:txBody>
          <a:bodyPr spcFirstLastPara="1" wrap="square" lIns="91425" tIns="91425" rIns="91425" bIns="91425" anchor="t" anchorCtr="0">
            <a:noAutofit/>
          </a:bodyPr>
          <a:lstStyle/>
          <a:p>
            <a:pPr algn="ctr"/>
            <a:r>
              <a:rPr lang="en" sz="7200" dirty="0"/>
              <a:t>INSERT LOGO HERE</a:t>
            </a:r>
            <a:endParaRPr sz="7200" dirty="0"/>
          </a:p>
        </p:txBody>
      </p:sp>
      <p:pic>
        <p:nvPicPr>
          <p:cNvPr id="3" name="Afbeelding 2">
            <a:extLst>
              <a:ext uri="{FF2B5EF4-FFF2-40B4-BE49-F238E27FC236}">
                <a16:creationId xmlns:a16="http://schemas.microsoft.com/office/drawing/2014/main" id="{A454DABD-522E-4E4A-88DC-54ECAEB4B8EF}"/>
              </a:ext>
            </a:extLst>
          </p:cNvPr>
          <p:cNvPicPr>
            <a:picLocks noChangeAspect="1"/>
          </p:cNvPicPr>
          <p:nvPr/>
        </p:nvPicPr>
        <p:blipFill>
          <a:blip r:embed="rId3"/>
          <a:stretch>
            <a:fillRect/>
          </a:stretch>
        </p:blipFill>
        <p:spPr>
          <a:xfrm>
            <a:off x="1895574" y="1185908"/>
            <a:ext cx="4817303" cy="4099195"/>
          </a:xfrm>
          <a:prstGeom prst="rect">
            <a:avLst/>
          </a:prstGeom>
        </p:spPr>
      </p:pic>
      <p:pic>
        <p:nvPicPr>
          <p:cNvPr id="1026" name="Picture 2" descr="Gruni.us | Grunius Ventures | Grunius bv | Holland">
            <a:extLst>
              <a:ext uri="{FF2B5EF4-FFF2-40B4-BE49-F238E27FC236}">
                <a16:creationId xmlns:a16="http://schemas.microsoft.com/office/drawing/2014/main" id="{96BFFD1D-DC49-4D7D-9E19-0A9BB2B248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25473" y="3007945"/>
            <a:ext cx="7463482" cy="202281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4">
            <a:extLst>
              <a:ext uri="{FF2B5EF4-FFF2-40B4-BE49-F238E27FC236}">
                <a16:creationId xmlns:a16="http://schemas.microsoft.com/office/drawing/2014/main" id="{6AE5BD93-E028-479A-8721-AA02B336D3D4}"/>
              </a:ext>
            </a:extLst>
          </p:cNvPr>
          <p:cNvPicPr>
            <a:picLocks noChangeAspect="1"/>
          </p:cNvPicPr>
          <p:nvPr/>
        </p:nvPicPr>
        <p:blipFill>
          <a:blip r:embed="rId5"/>
          <a:stretch>
            <a:fillRect/>
          </a:stretch>
        </p:blipFill>
        <p:spPr>
          <a:xfrm>
            <a:off x="1831054" y="24656219"/>
            <a:ext cx="5677295" cy="3969613"/>
          </a:xfrm>
          <a:prstGeom prst="rect">
            <a:avLst/>
          </a:prstGeom>
        </p:spPr>
      </p:pic>
      <p:pic>
        <p:nvPicPr>
          <p:cNvPr id="7" name="Afbeelding 6">
            <a:extLst>
              <a:ext uri="{FF2B5EF4-FFF2-40B4-BE49-F238E27FC236}">
                <a16:creationId xmlns:a16="http://schemas.microsoft.com/office/drawing/2014/main" id="{FABF11F4-2AEF-4DEA-AE2B-F26177166ABB}"/>
              </a:ext>
            </a:extLst>
          </p:cNvPr>
          <p:cNvPicPr>
            <a:picLocks noChangeAspect="1"/>
          </p:cNvPicPr>
          <p:nvPr/>
        </p:nvPicPr>
        <p:blipFill>
          <a:blip r:embed="rId6"/>
          <a:stretch>
            <a:fillRect/>
          </a:stretch>
        </p:blipFill>
        <p:spPr>
          <a:xfrm>
            <a:off x="8284439" y="24721592"/>
            <a:ext cx="5863499" cy="3769392"/>
          </a:xfrm>
          <a:prstGeom prst="rect">
            <a:avLst/>
          </a:prstGeom>
        </p:spPr>
      </p:pic>
      <p:pic>
        <p:nvPicPr>
          <p:cNvPr id="9" name="Afbeelding 8">
            <a:extLst>
              <a:ext uri="{FF2B5EF4-FFF2-40B4-BE49-F238E27FC236}">
                <a16:creationId xmlns:a16="http://schemas.microsoft.com/office/drawing/2014/main" id="{EB5F8DA4-2C86-49CE-81BC-B531E36F2710}"/>
              </a:ext>
            </a:extLst>
          </p:cNvPr>
          <p:cNvPicPr>
            <a:picLocks noChangeAspect="1"/>
          </p:cNvPicPr>
          <p:nvPr/>
        </p:nvPicPr>
        <p:blipFill>
          <a:blip r:embed="rId7"/>
          <a:stretch>
            <a:fillRect/>
          </a:stretch>
        </p:blipFill>
        <p:spPr>
          <a:xfrm>
            <a:off x="15045433" y="11025423"/>
            <a:ext cx="13839603" cy="7175592"/>
          </a:xfrm>
          <a:prstGeom prst="rect">
            <a:avLst/>
          </a:prstGeom>
        </p:spPr>
      </p:pic>
      <p:pic>
        <p:nvPicPr>
          <p:cNvPr id="11" name="Afbeelding 10">
            <a:extLst>
              <a:ext uri="{FF2B5EF4-FFF2-40B4-BE49-F238E27FC236}">
                <a16:creationId xmlns:a16="http://schemas.microsoft.com/office/drawing/2014/main" id="{E30DA16A-1443-4304-AA33-BA1734CC9E52}"/>
              </a:ext>
            </a:extLst>
          </p:cNvPr>
          <p:cNvPicPr>
            <a:picLocks noChangeAspect="1"/>
          </p:cNvPicPr>
          <p:nvPr/>
        </p:nvPicPr>
        <p:blipFill>
          <a:blip r:embed="rId8"/>
          <a:stretch>
            <a:fillRect/>
          </a:stretch>
        </p:blipFill>
        <p:spPr>
          <a:xfrm>
            <a:off x="15572198" y="18846945"/>
            <a:ext cx="6927238" cy="4924990"/>
          </a:xfrm>
          <a:prstGeom prst="rect">
            <a:avLst/>
          </a:prstGeom>
        </p:spPr>
      </p:pic>
      <p:pic>
        <p:nvPicPr>
          <p:cNvPr id="13" name="Afbeelding 12">
            <a:extLst>
              <a:ext uri="{FF2B5EF4-FFF2-40B4-BE49-F238E27FC236}">
                <a16:creationId xmlns:a16="http://schemas.microsoft.com/office/drawing/2014/main" id="{F72D3424-C0E8-424D-92FA-BE54980704A2}"/>
              </a:ext>
            </a:extLst>
          </p:cNvPr>
          <p:cNvPicPr>
            <a:picLocks noChangeAspect="1"/>
          </p:cNvPicPr>
          <p:nvPr/>
        </p:nvPicPr>
        <p:blipFill>
          <a:blip r:embed="rId9"/>
          <a:stretch>
            <a:fillRect/>
          </a:stretch>
        </p:blipFill>
        <p:spPr>
          <a:xfrm>
            <a:off x="15710554" y="25281226"/>
            <a:ext cx="7351939" cy="5377671"/>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2730</TotalTime>
  <Words>271</Words>
  <Application>Microsoft Office PowerPoint</Application>
  <PresentationFormat>Aangepast</PresentationFormat>
  <Paragraphs>32</Paragraphs>
  <Slides>1</Slides>
  <Notes>1</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vt:i4>
      </vt:variant>
    </vt:vector>
  </HeadingPairs>
  <TitlesOfParts>
    <vt:vector size="6" baseType="lpstr">
      <vt:lpstr>Arial</vt:lpstr>
      <vt:lpstr>Oswald</vt:lpstr>
      <vt:lpstr>Merriweather</vt:lpstr>
      <vt:lpstr>Droid Serif</vt:lpstr>
      <vt:lpstr>Simple Light</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Marije Hibma</dc:creator>
  <cp:lastModifiedBy>Marije Hibma</cp:lastModifiedBy>
  <cp:revision>6</cp:revision>
  <dcterms:modified xsi:type="dcterms:W3CDTF">2022-04-20T17:45:14Z</dcterms:modified>
</cp:coreProperties>
</file>